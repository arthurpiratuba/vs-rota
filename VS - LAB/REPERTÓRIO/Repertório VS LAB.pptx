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handoutMasterIdLst>
    <p:handoutMasterId r:id="rId3"/>
  </p:handoutMasterIdLst>
  <p:sldIdLst>
    <p:sldId id="480" r:id="rId2"/>
    <p:sldId id="48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3302" autoAdjust="0"/>
  </p:normalViewPr>
  <p:slideViewPr>
    <p:cSldViewPr>
      <p:cViewPr>
        <p:scale>
          <a:sx n="137" d="100"/>
          <a:sy n="137" d="100"/>
        </p:scale>
        <p:origin x="486" y="372"/>
      </p:cViewPr>
      <p:guideLst>
        <p:guide orient="horz" pos="431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 Hack" userId="5b508c48246ea487" providerId="LiveId" clId="{789F42DD-A146-4A0A-A577-B549034765F6}"/>
    <pc:docChg chg="undo custSel addSld delSld modSld sldOrd">
      <pc:chgData name="Arthur Hack" userId="5b508c48246ea487" providerId="LiveId" clId="{789F42DD-A146-4A0A-A577-B549034765F6}" dt="2026-10-07T22:23:49.009" v="2356" actId="2696"/>
      <pc:docMkLst>
        <pc:docMk/>
      </pc:docMkLst>
      <pc:sldChg chg="del">
        <pc:chgData name="Arthur Hack" userId="5b508c48246ea487" providerId="LiveId" clId="{789F42DD-A146-4A0A-A577-B549034765F6}" dt="2026-10-07T22:23:48.987" v="2342" actId="2696"/>
        <pc:sldMkLst>
          <pc:docMk/>
          <pc:sldMk cId="3564684074" sldId="380"/>
        </pc:sldMkLst>
      </pc:sldChg>
      <pc:sldChg chg="del">
        <pc:chgData name="Arthur Hack" userId="5b508c48246ea487" providerId="LiveId" clId="{789F42DD-A146-4A0A-A577-B549034765F6}" dt="2026-10-07T22:23:49.003" v="2354" actId="2696"/>
        <pc:sldMkLst>
          <pc:docMk/>
          <pc:sldMk cId="4262211763" sldId="381"/>
        </pc:sldMkLst>
      </pc:sldChg>
      <pc:sldChg chg="del">
        <pc:chgData name="Arthur Hack" userId="5b508c48246ea487" providerId="LiveId" clId="{789F42DD-A146-4A0A-A577-B549034765F6}" dt="2026-10-07T22:23:49.001" v="2353" actId="2696"/>
        <pc:sldMkLst>
          <pc:docMk/>
          <pc:sldMk cId="414005778" sldId="382"/>
        </pc:sldMkLst>
      </pc:sldChg>
      <pc:sldChg chg="del">
        <pc:chgData name="Arthur Hack" userId="5b508c48246ea487" providerId="LiveId" clId="{789F42DD-A146-4A0A-A577-B549034765F6}" dt="2026-10-07T22:23:49.001" v="2352" actId="2696"/>
        <pc:sldMkLst>
          <pc:docMk/>
          <pc:sldMk cId="799175923" sldId="383"/>
        </pc:sldMkLst>
      </pc:sldChg>
      <pc:sldChg chg="del">
        <pc:chgData name="Arthur Hack" userId="5b508c48246ea487" providerId="LiveId" clId="{789F42DD-A146-4A0A-A577-B549034765F6}" dt="2026-10-07T22:23:48.999" v="2351" actId="2696"/>
        <pc:sldMkLst>
          <pc:docMk/>
          <pc:sldMk cId="1443358886" sldId="384"/>
        </pc:sldMkLst>
      </pc:sldChg>
      <pc:sldChg chg="del">
        <pc:chgData name="Arthur Hack" userId="5b508c48246ea487" providerId="LiveId" clId="{789F42DD-A146-4A0A-A577-B549034765F6}" dt="2026-10-07T22:23:48.998" v="2350" actId="2696"/>
        <pc:sldMkLst>
          <pc:docMk/>
          <pc:sldMk cId="242730318" sldId="385"/>
        </pc:sldMkLst>
      </pc:sldChg>
      <pc:sldChg chg="del">
        <pc:chgData name="Arthur Hack" userId="5b508c48246ea487" providerId="LiveId" clId="{789F42DD-A146-4A0A-A577-B549034765F6}" dt="2026-10-07T22:23:48.997" v="2349" actId="2696"/>
        <pc:sldMkLst>
          <pc:docMk/>
          <pc:sldMk cId="1585435380" sldId="386"/>
        </pc:sldMkLst>
      </pc:sldChg>
      <pc:sldChg chg="del">
        <pc:chgData name="Arthur Hack" userId="5b508c48246ea487" providerId="LiveId" clId="{789F42DD-A146-4A0A-A577-B549034765F6}" dt="2026-10-07T22:23:48.995" v="2348" actId="2696"/>
        <pc:sldMkLst>
          <pc:docMk/>
          <pc:sldMk cId="1373900961" sldId="387"/>
        </pc:sldMkLst>
      </pc:sldChg>
      <pc:sldChg chg="del">
        <pc:chgData name="Arthur Hack" userId="5b508c48246ea487" providerId="LiveId" clId="{789F42DD-A146-4A0A-A577-B549034765F6}" dt="2026-10-07T22:23:48.994" v="2347" actId="2696"/>
        <pc:sldMkLst>
          <pc:docMk/>
          <pc:sldMk cId="1541091708" sldId="388"/>
        </pc:sldMkLst>
      </pc:sldChg>
      <pc:sldChg chg="del">
        <pc:chgData name="Arthur Hack" userId="5b508c48246ea487" providerId="LiveId" clId="{789F42DD-A146-4A0A-A577-B549034765F6}" dt="2026-10-07T22:23:48.993" v="2346" actId="2696"/>
        <pc:sldMkLst>
          <pc:docMk/>
          <pc:sldMk cId="1144491669" sldId="389"/>
        </pc:sldMkLst>
      </pc:sldChg>
      <pc:sldChg chg="del">
        <pc:chgData name="Arthur Hack" userId="5b508c48246ea487" providerId="LiveId" clId="{789F42DD-A146-4A0A-A577-B549034765F6}" dt="2026-10-07T22:23:48.992" v="2345" actId="2696"/>
        <pc:sldMkLst>
          <pc:docMk/>
          <pc:sldMk cId="3986295168" sldId="390"/>
        </pc:sldMkLst>
      </pc:sldChg>
      <pc:sldChg chg="del">
        <pc:chgData name="Arthur Hack" userId="5b508c48246ea487" providerId="LiveId" clId="{789F42DD-A146-4A0A-A577-B549034765F6}" dt="2026-10-07T22:23:48.990" v="2344" actId="2696"/>
        <pc:sldMkLst>
          <pc:docMk/>
          <pc:sldMk cId="1871729192" sldId="391"/>
        </pc:sldMkLst>
      </pc:sldChg>
      <pc:sldChg chg="del">
        <pc:chgData name="Arthur Hack" userId="5b508c48246ea487" providerId="LiveId" clId="{789F42DD-A146-4A0A-A577-B549034765F6}" dt="2026-10-07T22:23:49.009" v="2356" actId="2696"/>
        <pc:sldMkLst>
          <pc:docMk/>
          <pc:sldMk cId="1330358702" sldId="392"/>
        </pc:sldMkLst>
      </pc:sldChg>
      <pc:sldChg chg="del">
        <pc:chgData name="Arthur Hack" userId="5b508c48246ea487" providerId="LiveId" clId="{789F42DD-A146-4A0A-A577-B549034765F6}" dt="2026-10-07T22:23:48.989" v="2343" actId="2696"/>
        <pc:sldMkLst>
          <pc:docMk/>
          <pc:sldMk cId="151596537" sldId="393"/>
        </pc:sldMkLst>
      </pc:sldChg>
      <pc:sldChg chg="del">
        <pc:chgData name="Arthur Hack" userId="5b508c48246ea487" providerId="LiveId" clId="{789F42DD-A146-4A0A-A577-B549034765F6}" dt="2026-10-07T22:23:48.981" v="2338" actId="2696"/>
        <pc:sldMkLst>
          <pc:docMk/>
          <pc:sldMk cId="2813328156" sldId="394"/>
        </pc:sldMkLst>
      </pc:sldChg>
      <pc:sldChg chg="del">
        <pc:chgData name="Arthur Hack" userId="5b508c48246ea487" providerId="LiveId" clId="{789F42DD-A146-4A0A-A577-B549034765F6}" dt="2026-10-07T22:23:48.981" v="2337" actId="2696"/>
        <pc:sldMkLst>
          <pc:docMk/>
          <pc:sldMk cId="259931907" sldId="395"/>
        </pc:sldMkLst>
      </pc:sldChg>
      <pc:sldChg chg="del">
        <pc:chgData name="Arthur Hack" userId="5b508c48246ea487" providerId="LiveId" clId="{789F42DD-A146-4A0A-A577-B549034765F6}" dt="2026-10-07T22:23:48.986" v="2341" actId="2696"/>
        <pc:sldMkLst>
          <pc:docMk/>
          <pc:sldMk cId="4000092127" sldId="396"/>
        </pc:sldMkLst>
      </pc:sldChg>
      <pc:sldChg chg="del">
        <pc:chgData name="Arthur Hack" userId="5b508c48246ea487" providerId="LiveId" clId="{789F42DD-A146-4A0A-A577-B549034765F6}" dt="2026-10-07T22:23:48.985" v="2340" actId="2696"/>
        <pc:sldMkLst>
          <pc:docMk/>
          <pc:sldMk cId="618585973" sldId="397"/>
        </pc:sldMkLst>
      </pc:sldChg>
      <pc:sldChg chg="del">
        <pc:chgData name="Arthur Hack" userId="5b508c48246ea487" providerId="LiveId" clId="{789F42DD-A146-4A0A-A577-B549034765F6}" dt="2026-10-07T22:23:48.983" v="2339" actId="2696"/>
        <pc:sldMkLst>
          <pc:docMk/>
          <pc:sldMk cId="4170779271" sldId="398"/>
        </pc:sldMkLst>
      </pc:sldChg>
      <pc:sldChg chg="del">
        <pc:chgData name="Arthur Hack" userId="5b508c48246ea487" providerId="LiveId" clId="{789F42DD-A146-4A0A-A577-B549034765F6}" dt="2026-10-07T22:23:48.979" v="2336" actId="2696"/>
        <pc:sldMkLst>
          <pc:docMk/>
          <pc:sldMk cId="1255101246" sldId="399"/>
        </pc:sldMkLst>
      </pc:sldChg>
      <pc:sldChg chg="del">
        <pc:chgData name="Arthur Hack" userId="5b508c48246ea487" providerId="LiveId" clId="{789F42DD-A146-4A0A-A577-B549034765F6}" dt="2026-10-07T22:23:48.975" v="2334" actId="2696"/>
        <pc:sldMkLst>
          <pc:docMk/>
          <pc:sldMk cId="3686322131" sldId="400"/>
        </pc:sldMkLst>
      </pc:sldChg>
      <pc:sldChg chg="del">
        <pc:chgData name="Arthur Hack" userId="5b508c48246ea487" providerId="LiveId" clId="{789F42DD-A146-4A0A-A577-B549034765F6}" dt="2026-10-07T22:23:48.978" v="2335" actId="2696"/>
        <pc:sldMkLst>
          <pc:docMk/>
          <pc:sldMk cId="2065792878" sldId="401"/>
        </pc:sldMkLst>
      </pc:sldChg>
      <pc:sldChg chg="del">
        <pc:chgData name="Arthur Hack" userId="5b508c48246ea487" providerId="LiveId" clId="{789F42DD-A146-4A0A-A577-B549034765F6}" dt="2026-10-07T22:23:48.967" v="2328" actId="2696"/>
        <pc:sldMkLst>
          <pc:docMk/>
          <pc:sldMk cId="2044229248" sldId="402"/>
        </pc:sldMkLst>
      </pc:sldChg>
      <pc:sldChg chg="del">
        <pc:chgData name="Arthur Hack" userId="5b508c48246ea487" providerId="LiveId" clId="{789F42DD-A146-4A0A-A577-B549034765F6}" dt="2026-10-07T22:23:48.966" v="2327" actId="2696"/>
        <pc:sldMkLst>
          <pc:docMk/>
          <pc:sldMk cId="4138924714" sldId="404"/>
        </pc:sldMkLst>
      </pc:sldChg>
      <pc:sldChg chg="del">
        <pc:chgData name="Arthur Hack" userId="5b508c48246ea487" providerId="LiveId" clId="{789F42DD-A146-4A0A-A577-B549034765F6}" dt="2026-10-07T22:23:48.965" v="2326" actId="2696"/>
        <pc:sldMkLst>
          <pc:docMk/>
          <pc:sldMk cId="587943876" sldId="405"/>
        </pc:sldMkLst>
      </pc:sldChg>
      <pc:sldChg chg="del">
        <pc:chgData name="Arthur Hack" userId="5b508c48246ea487" providerId="LiveId" clId="{789F42DD-A146-4A0A-A577-B549034765F6}" dt="2026-10-07T22:23:48.964" v="2325" actId="2696"/>
        <pc:sldMkLst>
          <pc:docMk/>
          <pc:sldMk cId="1348662881" sldId="406"/>
        </pc:sldMkLst>
      </pc:sldChg>
      <pc:sldChg chg="del">
        <pc:chgData name="Arthur Hack" userId="5b508c48246ea487" providerId="LiveId" clId="{789F42DD-A146-4A0A-A577-B549034765F6}" dt="2026-10-07T22:23:48.961" v="2324" actId="2696"/>
        <pc:sldMkLst>
          <pc:docMk/>
          <pc:sldMk cId="2025696964" sldId="407"/>
        </pc:sldMkLst>
      </pc:sldChg>
      <pc:sldChg chg="del">
        <pc:chgData name="Arthur Hack" userId="5b508c48246ea487" providerId="LiveId" clId="{789F42DD-A146-4A0A-A577-B549034765F6}" dt="2026-10-07T22:23:48.960" v="2323" actId="2696"/>
        <pc:sldMkLst>
          <pc:docMk/>
          <pc:sldMk cId="743953916" sldId="408"/>
        </pc:sldMkLst>
      </pc:sldChg>
      <pc:sldChg chg="del">
        <pc:chgData name="Arthur Hack" userId="5b508c48246ea487" providerId="LiveId" clId="{789F42DD-A146-4A0A-A577-B549034765F6}" dt="2026-10-07T22:23:48.959" v="2322" actId="2696"/>
        <pc:sldMkLst>
          <pc:docMk/>
          <pc:sldMk cId="3663247369" sldId="409"/>
        </pc:sldMkLst>
      </pc:sldChg>
      <pc:sldChg chg="del">
        <pc:chgData name="Arthur Hack" userId="5b508c48246ea487" providerId="LiveId" clId="{789F42DD-A146-4A0A-A577-B549034765F6}" dt="2026-10-07T22:23:48.956" v="2320" actId="2696"/>
        <pc:sldMkLst>
          <pc:docMk/>
          <pc:sldMk cId="3893690829" sldId="410"/>
        </pc:sldMkLst>
      </pc:sldChg>
      <pc:sldChg chg="del">
        <pc:chgData name="Arthur Hack" userId="5b508c48246ea487" providerId="LiveId" clId="{789F42DD-A146-4A0A-A577-B549034765F6}" dt="2026-10-07T22:23:48.955" v="2319" actId="2696"/>
        <pc:sldMkLst>
          <pc:docMk/>
          <pc:sldMk cId="126146175" sldId="411"/>
        </pc:sldMkLst>
      </pc:sldChg>
      <pc:sldChg chg="del">
        <pc:chgData name="Arthur Hack" userId="5b508c48246ea487" providerId="LiveId" clId="{789F42DD-A146-4A0A-A577-B549034765F6}" dt="2026-10-07T22:23:48.953" v="2318" actId="2696"/>
        <pc:sldMkLst>
          <pc:docMk/>
          <pc:sldMk cId="3265827431" sldId="412"/>
        </pc:sldMkLst>
      </pc:sldChg>
      <pc:sldChg chg="del">
        <pc:chgData name="Arthur Hack" userId="5b508c48246ea487" providerId="LiveId" clId="{789F42DD-A146-4A0A-A577-B549034765F6}" dt="2026-10-07T22:23:48.951" v="2317" actId="2696"/>
        <pc:sldMkLst>
          <pc:docMk/>
          <pc:sldMk cId="1374108100" sldId="413"/>
        </pc:sldMkLst>
      </pc:sldChg>
      <pc:sldChg chg="del">
        <pc:chgData name="Arthur Hack" userId="5b508c48246ea487" providerId="LiveId" clId="{789F42DD-A146-4A0A-A577-B549034765F6}" dt="2026-10-07T22:23:48.927" v="2301" actId="2696"/>
        <pc:sldMkLst>
          <pc:docMk/>
          <pc:sldMk cId="4060172494" sldId="414"/>
        </pc:sldMkLst>
      </pc:sldChg>
      <pc:sldChg chg="del">
        <pc:chgData name="Arthur Hack" userId="5b508c48246ea487" providerId="LiveId" clId="{789F42DD-A146-4A0A-A577-B549034765F6}" dt="2026-10-07T22:23:48.950" v="2316" actId="2696"/>
        <pc:sldMkLst>
          <pc:docMk/>
          <pc:sldMk cId="285554812" sldId="415"/>
        </pc:sldMkLst>
      </pc:sldChg>
      <pc:sldChg chg="del">
        <pc:chgData name="Arthur Hack" userId="5b508c48246ea487" providerId="LiveId" clId="{789F42DD-A146-4A0A-A577-B549034765F6}" dt="2026-10-07T22:23:49.003" v="2355" actId="2696"/>
        <pc:sldMkLst>
          <pc:docMk/>
          <pc:sldMk cId="1292397610" sldId="416"/>
        </pc:sldMkLst>
      </pc:sldChg>
      <pc:sldChg chg="del">
        <pc:chgData name="Arthur Hack" userId="5b508c48246ea487" providerId="LiveId" clId="{789F42DD-A146-4A0A-A577-B549034765F6}" dt="2026-10-07T22:23:48.974" v="2333" actId="2696"/>
        <pc:sldMkLst>
          <pc:docMk/>
          <pc:sldMk cId="2772541170" sldId="417"/>
        </pc:sldMkLst>
      </pc:sldChg>
      <pc:sldChg chg="del">
        <pc:chgData name="Arthur Hack" userId="5b508c48246ea487" providerId="LiveId" clId="{789F42DD-A146-4A0A-A577-B549034765F6}" dt="2026-10-07T22:23:48.957" v="2321" actId="2696"/>
        <pc:sldMkLst>
          <pc:docMk/>
          <pc:sldMk cId="3756971806" sldId="418"/>
        </pc:sldMkLst>
      </pc:sldChg>
      <pc:sldChg chg="del">
        <pc:chgData name="Arthur Hack" userId="5b508c48246ea487" providerId="LiveId" clId="{789F42DD-A146-4A0A-A577-B549034765F6}" dt="2026-10-07T22:23:48.972" v="2332" actId="2696"/>
        <pc:sldMkLst>
          <pc:docMk/>
          <pc:sldMk cId="2988821819" sldId="419"/>
        </pc:sldMkLst>
      </pc:sldChg>
      <pc:sldChg chg="del">
        <pc:chgData name="Arthur Hack" userId="5b508c48246ea487" providerId="LiveId" clId="{789F42DD-A146-4A0A-A577-B549034765F6}" dt="2026-10-07T22:23:48.971" v="2331" actId="2696"/>
        <pc:sldMkLst>
          <pc:docMk/>
          <pc:sldMk cId="3432562870" sldId="420"/>
        </pc:sldMkLst>
      </pc:sldChg>
      <pc:sldChg chg="del">
        <pc:chgData name="Arthur Hack" userId="5b508c48246ea487" providerId="LiveId" clId="{789F42DD-A146-4A0A-A577-B549034765F6}" dt="2026-10-07T22:23:48.970" v="2330" actId="2696"/>
        <pc:sldMkLst>
          <pc:docMk/>
          <pc:sldMk cId="256490365" sldId="421"/>
        </pc:sldMkLst>
      </pc:sldChg>
      <pc:sldChg chg="del">
        <pc:chgData name="Arthur Hack" userId="5b508c48246ea487" providerId="LiveId" clId="{789F42DD-A146-4A0A-A577-B549034765F6}" dt="2026-10-07T22:23:48.969" v="2329" actId="2696"/>
        <pc:sldMkLst>
          <pc:docMk/>
          <pc:sldMk cId="2897177315" sldId="422"/>
        </pc:sldMkLst>
      </pc:sldChg>
      <pc:sldChg chg="del">
        <pc:chgData name="Arthur Hack" userId="5b508c48246ea487" providerId="LiveId" clId="{789F42DD-A146-4A0A-A577-B549034765F6}" dt="2026-10-07T22:23:48.948" v="2315" actId="2696"/>
        <pc:sldMkLst>
          <pc:docMk/>
          <pc:sldMk cId="2045142826" sldId="423"/>
        </pc:sldMkLst>
      </pc:sldChg>
      <pc:sldChg chg="del">
        <pc:chgData name="Arthur Hack" userId="5b508c48246ea487" providerId="LiveId" clId="{789F42DD-A146-4A0A-A577-B549034765F6}" dt="2026-10-07T22:23:48.946" v="2314" actId="2696"/>
        <pc:sldMkLst>
          <pc:docMk/>
          <pc:sldMk cId="2302782714" sldId="424"/>
        </pc:sldMkLst>
      </pc:sldChg>
      <pc:sldChg chg="del">
        <pc:chgData name="Arthur Hack" userId="5b508c48246ea487" providerId="LiveId" clId="{789F42DD-A146-4A0A-A577-B549034765F6}" dt="2026-10-07T22:23:48.944" v="2313" actId="2696"/>
        <pc:sldMkLst>
          <pc:docMk/>
          <pc:sldMk cId="2827304274" sldId="425"/>
        </pc:sldMkLst>
      </pc:sldChg>
      <pc:sldChg chg="del">
        <pc:chgData name="Arthur Hack" userId="5b508c48246ea487" providerId="LiveId" clId="{789F42DD-A146-4A0A-A577-B549034765F6}" dt="2026-10-07T22:23:48.943" v="2312" actId="2696"/>
        <pc:sldMkLst>
          <pc:docMk/>
          <pc:sldMk cId="1412188799" sldId="426"/>
        </pc:sldMkLst>
      </pc:sldChg>
      <pc:sldChg chg="del">
        <pc:chgData name="Arthur Hack" userId="5b508c48246ea487" providerId="LiveId" clId="{789F42DD-A146-4A0A-A577-B549034765F6}" dt="2026-10-07T22:23:48.940" v="2311" actId="2696"/>
        <pc:sldMkLst>
          <pc:docMk/>
          <pc:sldMk cId="1487983279" sldId="427"/>
        </pc:sldMkLst>
      </pc:sldChg>
      <pc:sldChg chg="del">
        <pc:chgData name="Arthur Hack" userId="5b508c48246ea487" providerId="LiveId" clId="{789F42DD-A146-4A0A-A577-B549034765F6}" dt="2026-10-07T22:23:48.939" v="2310" actId="2696"/>
        <pc:sldMkLst>
          <pc:docMk/>
          <pc:sldMk cId="462578335" sldId="428"/>
        </pc:sldMkLst>
      </pc:sldChg>
      <pc:sldChg chg="del">
        <pc:chgData name="Arthur Hack" userId="5b508c48246ea487" providerId="LiveId" clId="{789F42DD-A146-4A0A-A577-B549034765F6}" dt="2026-10-07T22:23:48.938" v="2309" actId="2696"/>
        <pc:sldMkLst>
          <pc:docMk/>
          <pc:sldMk cId="374971160" sldId="429"/>
        </pc:sldMkLst>
      </pc:sldChg>
      <pc:sldChg chg="del">
        <pc:chgData name="Arthur Hack" userId="5b508c48246ea487" providerId="LiveId" clId="{789F42DD-A146-4A0A-A577-B549034765F6}" dt="2026-10-07T22:23:48.937" v="2308" actId="2696"/>
        <pc:sldMkLst>
          <pc:docMk/>
          <pc:sldMk cId="2153446728" sldId="430"/>
        </pc:sldMkLst>
      </pc:sldChg>
      <pc:sldChg chg="del">
        <pc:chgData name="Arthur Hack" userId="5b508c48246ea487" providerId="LiveId" clId="{789F42DD-A146-4A0A-A577-B549034765F6}" dt="2026-10-07T22:23:48.935" v="2307" actId="2696"/>
        <pc:sldMkLst>
          <pc:docMk/>
          <pc:sldMk cId="1514172446" sldId="431"/>
        </pc:sldMkLst>
      </pc:sldChg>
      <pc:sldChg chg="del">
        <pc:chgData name="Arthur Hack" userId="5b508c48246ea487" providerId="LiveId" clId="{789F42DD-A146-4A0A-A577-B549034765F6}" dt="2026-10-07T22:23:48.934" v="2306" actId="2696"/>
        <pc:sldMkLst>
          <pc:docMk/>
          <pc:sldMk cId="2416546879" sldId="432"/>
        </pc:sldMkLst>
      </pc:sldChg>
      <pc:sldChg chg="del">
        <pc:chgData name="Arthur Hack" userId="5b508c48246ea487" providerId="LiveId" clId="{789F42DD-A146-4A0A-A577-B549034765F6}" dt="2026-10-07T22:23:48.933" v="2305" actId="2696"/>
        <pc:sldMkLst>
          <pc:docMk/>
          <pc:sldMk cId="223126714" sldId="433"/>
        </pc:sldMkLst>
      </pc:sldChg>
      <pc:sldChg chg="del">
        <pc:chgData name="Arthur Hack" userId="5b508c48246ea487" providerId="LiveId" clId="{789F42DD-A146-4A0A-A577-B549034765F6}" dt="2026-10-07T22:23:48.931" v="2304" actId="2696"/>
        <pc:sldMkLst>
          <pc:docMk/>
          <pc:sldMk cId="1725270981" sldId="434"/>
        </pc:sldMkLst>
      </pc:sldChg>
      <pc:sldChg chg="del">
        <pc:chgData name="Arthur Hack" userId="5b508c48246ea487" providerId="LiveId" clId="{789F42DD-A146-4A0A-A577-B549034765F6}" dt="2026-10-07T22:23:48.930" v="2303" actId="2696"/>
        <pc:sldMkLst>
          <pc:docMk/>
          <pc:sldMk cId="792361397" sldId="435"/>
        </pc:sldMkLst>
      </pc:sldChg>
      <pc:sldChg chg="del">
        <pc:chgData name="Arthur Hack" userId="5b508c48246ea487" providerId="LiveId" clId="{789F42DD-A146-4A0A-A577-B549034765F6}" dt="2026-10-07T22:23:48.928" v="2302" actId="2696"/>
        <pc:sldMkLst>
          <pc:docMk/>
          <pc:sldMk cId="4189418671" sldId="436"/>
        </pc:sldMkLst>
      </pc:sldChg>
      <pc:sldChg chg="del">
        <pc:chgData name="Arthur Hack" userId="5b508c48246ea487" providerId="LiveId" clId="{789F42DD-A146-4A0A-A577-B549034765F6}" dt="2026-10-07T22:23:48.925" v="2300" actId="2696"/>
        <pc:sldMkLst>
          <pc:docMk/>
          <pc:sldMk cId="2195743992" sldId="438"/>
        </pc:sldMkLst>
      </pc:sldChg>
      <pc:sldChg chg="del">
        <pc:chgData name="Arthur Hack" userId="5b508c48246ea487" providerId="LiveId" clId="{789F42DD-A146-4A0A-A577-B549034765F6}" dt="2026-10-07T22:23:48.925" v="2299" actId="2696"/>
        <pc:sldMkLst>
          <pc:docMk/>
          <pc:sldMk cId="3570740806" sldId="439"/>
        </pc:sldMkLst>
      </pc:sldChg>
      <pc:sldChg chg="del">
        <pc:chgData name="Arthur Hack" userId="5b508c48246ea487" providerId="LiveId" clId="{789F42DD-A146-4A0A-A577-B549034765F6}" dt="2026-10-07T22:23:48.923" v="2298" actId="2696"/>
        <pc:sldMkLst>
          <pc:docMk/>
          <pc:sldMk cId="4197315075" sldId="440"/>
        </pc:sldMkLst>
      </pc:sldChg>
      <pc:sldChg chg="del">
        <pc:chgData name="Arthur Hack" userId="5b508c48246ea487" providerId="LiveId" clId="{789F42DD-A146-4A0A-A577-B549034765F6}" dt="2026-10-07T22:23:48.922" v="2297" actId="2696"/>
        <pc:sldMkLst>
          <pc:docMk/>
          <pc:sldMk cId="530487457" sldId="441"/>
        </pc:sldMkLst>
      </pc:sldChg>
      <pc:sldChg chg="del">
        <pc:chgData name="Arthur Hack" userId="5b508c48246ea487" providerId="LiveId" clId="{789F42DD-A146-4A0A-A577-B549034765F6}" dt="2026-10-07T22:23:48.920" v="2296" actId="2696"/>
        <pc:sldMkLst>
          <pc:docMk/>
          <pc:sldMk cId="4293364944" sldId="442"/>
        </pc:sldMkLst>
      </pc:sldChg>
      <pc:sldChg chg="del">
        <pc:chgData name="Arthur Hack" userId="5b508c48246ea487" providerId="LiveId" clId="{789F42DD-A146-4A0A-A577-B549034765F6}" dt="2026-10-07T22:23:48.917" v="2295" actId="2696"/>
        <pc:sldMkLst>
          <pc:docMk/>
          <pc:sldMk cId="2637096251" sldId="443"/>
        </pc:sldMkLst>
      </pc:sldChg>
      <pc:sldChg chg="del">
        <pc:chgData name="Arthur Hack" userId="5b508c48246ea487" providerId="LiveId" clId="{789F42DD-A146-4A0A-A577-B549034765F6}" dt="2026-10-07T22:23:48.911" v="2294" actId="2696"/>
        <pc:sldMkLst>
          <pc:docMk/>
          <pc:sldMk cId="378395084" sldId="44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9E24D-9DBE-4DAB-A481-718B3C423892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E33F2-1AEA-4A8F-89D6-776151CD4A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9350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22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21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5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5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75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54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71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84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94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23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7454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949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90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11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63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1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7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B304C-6D9A-40FB-A8B9-28880A8BB8D2}" type="datetimeFigureOut">
              <a:rPr lang="pt-BR" smtClean="0"/>
              <a:pPr/>
              <a:t>07/10/2026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17E5-2990-4847-B656-AC00D545A81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482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>
                <a:solidFill>
                  <a:srgbClr val="FF0000"/>
                </a:solidFill>
                <a:cs typeface="Arial" panose="020B0604020202020204" pitchFamily="34" charset="0"/>
              </a:rPr>
              <a:t>VS BLOCO 1</a:t>
            </a:r>
            <a:endParaRPr lang="en-US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Na Hora de Amar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0BAA2-54A1-BAA9-5EF9-9F93F22A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9" y="-3937"/>
            <a:ext cx="12181491" cy="686193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8800">
                <a:solidFill>
                  <a:srgbClr val="FF0000"/>
                </a:solidFill>
                <a:cs typeface="Arial" panose="020B0604020202020204" pitchFamily="34" charset="0"/>
              </a:rPr>
              <a:t>VS BLOCO 2</a:t>
            </a:r>
            <a:endParaRPr lang="en-US" sz="88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36000" indent="-25200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dirty="0"/>
              <a:t>A Festa É com o Rota </a:t>
            </a:r>
            <a:r>
              <a:rPr lang="pt-BR" sz="7200" dirty="0">
                <a:solidFill>
                  <a:srgbClr val="FF0000"/>
                </a:solidFill>
              </a:rPr>
              <a:t>??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7683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Bookman Old Style</vt:lpstr>
      <vt:lpstr>Calibri</vt:lpstr>
      <vt:lpstr>Rockwell</vt:lpstr>
      <vt:lpstr>Damask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seven</dc:creator>
  <cp:lastModifiedBy>Arthur Hack</cp:lastModifiedBy>
  <cp:revision>242</cp:revision>
  <dcterms:created xsi:type="dcterms:W3CDTF">2013-10-24T23:23:00Z</dcterms:created>
  <dcterms:modified xsi:type="dcterms:W3CDTF">2026-10-07T23:24:25Z</dcterms:modified>
</cp:coreProperties>
</file>