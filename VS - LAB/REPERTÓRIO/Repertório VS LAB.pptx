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"/>
  </p:handoutMasterIdLst>
  <p:sldIdLst>
    <p:sldId id="480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49.009" v="2356" actId="2696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  <a:endParaRPr lang="en-US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8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2026-10-07T23:24:25Z</dcterms:modified>
</cp:coreProperties>
</file>