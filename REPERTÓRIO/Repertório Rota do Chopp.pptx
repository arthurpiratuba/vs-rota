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2.enc" ContentType="image/j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96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handoutMasterIdLst>
    <p:handoutMasterId r:id="rId88"/>
  </p:handoutMasterIdLst>
  <p:sldIdLst>
    <p:sldId id="392" r:id="rId2"/>
    <p:sldId id="416" r:id="rId3"/>
    <p:sldId id="381" r:id="rId4"/>
    <p:sldId id="382" r:id="rId5"/>
    <p:sldId id="383" r:id="rId6"/>
    <p:sldId id="384" r:id="rId7"/>
    <p:sldId id="385" r:id="rId8"/>
    <p:sldId id="386" r:id="rId9"/>
    <p:sldId id="387" r:id="rId10"/>
    <p:sldId id="388" r:id="rId11"/>
    <p:sldId id="389" r:id="rId12"/>
    <p:sldId id="390" r:id="rId13"/>
    <p:sldId id="391" r:id="rId14"/>
    <p:sldId id="393" r:id="rId15"/>
    <p:sldId id="380" r:id="rId16"/>
    <p:sldId id="396" r:id="rId17"/>
    <p:sldId id="397" r:id="rId18"/>
    <p:sldId id="398" r:id="rId19"/>
    <p:sldId id="394" r:id="rId20"/>
    <p:sldId id="395" r:id="rId21"/>
    <p:sldId id="399" r:id="rId22"/>
    <p:sldId id="401" r:id="rId23"/>
    <p:sldId id="400" r:id="rId24"/>
    <p:sldId id="417" r:id="rId25"/>
    <p:sldId id="419" r:id="rId26"/>
    <p:sldId id="420" r:id="rId27"/>
    <p:sldId id="421" r:id="rId28"/>
    <p:sldId id="422" r:id="rId29"/>
    <p:sldId id="402" r:id="rId30"/>
    <p:sldId id="404" r:id="rId31"/>
    <p:sldId id="405" r:id="rId32"/>
    <p:sldId id="406" r:id="rId33"/>
    <p:sldId id="407" r:id="rId34"/>
    <p:sldId id="408" r:id="rId35"/>
    <p:sldId id="409" r:id="rId36"/>
    <p:sldId id="418" r:id="rId37"/>
    <p:sldId id="410" r:id="rId38"/>
    <p:sldId id="411" r:id="rId39"/>
    <p:sldId id="412" r:id="rId40"/>
    <p:sldId id="413" r:id="rId41"/>
    <p:sldId id="415" r:id="rId42"/>
    <p:sldId id="423" r:id="rId43"/>
    <p:sldId id="424" r:id="rId44"/>
    <p:sldId id="425" r:id="rId45"/>
    <p:sldId id="426" r:id="rId46"/>
    <p:sldId id="427" r:id="rId47"/>
    <p:sldId id="428" r:id="rId48"/>
    <p:sldId id="429" r:id="rId49"/>
    <p:sldId id="430" r:id="rId50"/>
    <p:sldId id="431" r:id="rId51"/>
    <p:sldId id="432" r:id="rId52"/>
    <p:sldId id="433" r:id="rId53"/>
    <p:sldId id="434" r:id="rId54"/>
    <p:sldId id="435" r:id="rId55"/>
    <p:sldId id="436" r:id="rId56"/>
    <p:sldId id="414" r:id="rId57"/>
    <p:sldId id="438" r:id="rId58"/>
    <p:sldId id="439" r:id="rId59"/>
    <p:sldId id="440" r:id="rId60"/>
    <p:sldId id="441" r:id="rId61"/>
    <p:sldId id="442" r:id="rId62"/>
    <p:sldId id="443" r:id="rId63"/>
    <p:sldId id="444" r:id="rId64"/>
    <p:sldId id="462" r:id="rId65"/>
    <p:sldId id="445" r:id="rId66"/>
    <p:sldId id="463" r:id="rId67"/>
    <p:sldId id="446" r:id="rId68"/>
    <p:sldId id="464" r:id="rId69"/>
    <p:sldId id="447" r:id="rId70"/>
    <p:sldId id="448" r:id="rId71"/>
    <p:sldId id="449" r:id="rId72"/>
    <p:sldId id="465" r:id="rId73"/>
    <p:sldId id="450" r:id="rId74"/>
    <p:sldId id="451" r:id="rId75"/>
    <p:sldId id="452" r:id="rId76"/>
    <p:sldId id="468" r:id="rId77"/>
    <p:sldId id="453" r:id="rId78"/>
    <p:sldId id="455" r:id="rId79"/>
    <p:sldId id="456" r:id="rId80"/>
    <p:sldId id="466" r:id="rId81"/>
    <p:sldId id="467" r:id="rId82"/>
    <p:sldId id="457" r:id="rId83"/>
    <p:sldId id="458" r:id="rId84"/>
    <p:sldId id="459" r:id="rId85"/>
    <p:sldId id="460" r:id="rId86"/>
    <p:sldId id="461" r:id="rId87"/>
    <p:sldId id="469" r:id="rId95"/>
    <p:sldId id="470" r:id="rId96"/>
    <p:sldId id="471" r:id="rId97"/>
    <p:sldId id="472" r:id="rId98"/>
    <p:sldId id="473" r:id="rId99"/>
    <p:sldId id="474" r:id="rId100"/>
    <p:sldId id="475" r:id="rId101"/>
    <p:sldId id="476" r:id="rId102"/>
    <p:sldId id="477" r:id="rId103"/>
    <p:sldId id="478" r:id="rId10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8C385E-3FEF-409B-904D-A96E811567F6}" v="1" dt="2026-05-30T16:24:45.6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91" autoAdjust="0"/>
    <p:restoredTop sz="93302" autoAdjust="0"/>
  </p:normalViewPr>
  <p:slideViewPr>
    <p:cSldViewPr>
      <p:cViewPr>
        <p:scale>
          <a:sx n="137" d="100"/>
          <a:sy n="137" d="100"/>
        </p:scale>
        <p:origin x="486" y="372"/>
      </p:cViewPr>
      <p:guideLst>
        <p:guide orient="horz" pos="4319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255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handoutMaster" Target="handoutMasters/handoutMaster1.xml"/><Relationship Id="rId89" Type="http://schemas.openxmlformats.org/officeDocument/2006/relationships/presProps" Target="presProps.xml"/><Relationship Id="rId90" Type="http://schemas.openxmlformats.org/officeDocument/2006/relationships/viewProps" Target="viewProps.xml"/><Relationship Id="rId91" Type="http://schemas.openxmlformats.org/officeDocument/2006/relationships/theme" Target="theme/theme1.xml"/><Relationship Id="rId92" Type="http://schemas.openxmlformats.org/officeDocument/2006/relationships/tableStyles" Target="tableStyles.xml"/><Relationship Id="rId93" Type="http://schemas.microsoft.com/office/2016/11/relationships/changesInfo" Target="changesInfos/changesInfo1.xml"/><Relationship Id="rId94" Type="http://schemas.microsoft.com/office/2015/10/relationships/revisionInfo" Target="revisionInfo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hur Hack" userId="5b508c48246ea487" providerId="LiveId" clId="{789F42DD-A146-4A0A-A577-B549034765F6}"/>
    <pc:docChg chg="undo custSel addSld delSld modSld sldOrd">
      <pc:chgData name="Arthur Hack" userId="5b508c48246ea487" providerId="LiveId" clId="{789F42DD-A146-4A0A-A577-B549034765F6}" dt="2026-05-30T16:30:15.260" v="2293" actId="2696"/>
      <pc:docMkLst>
        <pc:docMk/>
      </pc:docMkLst>
      <pc:sldChg chg="modSp add mod ord">
        <pc:chgData name="Arthur Hack" userId="5b508c48246ea487" providerId="LiveId" clId="{789F42DD-A146-4A0A-A577-B549034765F6}" dt="2026-05-30T16:24:47.393" v="2064" actId="20577"/>
        <pc:sldMkLst>
          <pc:docMk/>
          <pc:sldMk cId="1070335523" sldId="445"/>
        </pc:sldMkLst>
        <pc:spChg chg="mod">
          <ac:chgData name="Arthur Hack" userId="5b508c48246ea487" providerId="LiveId" clId="{789F42DD-A146-4A0A-A577-B549034765F6}" dt="2026-05-30T16:24:47.393" v="2064" actId="20577"/>
          <ac:spMkLst>
            <pc:docMk/>
            <pc:sldMk cId="1070335523" sldId="445"/>
            <ac:spMk id="3" creationId="{554091D0-D195-F876-EF51-4B0F6242B76D}"/>
          </ac:spMkLst>
        </pc:spChg>
      </pc:sldChg>
      <pc:sldChg chg="modSp add mod">
        <pc:chgData name="Arthur Hack" userId="5b508c48246ea487" providerId="LiveId" clId="{789F42DD-A146-4A0A-A577-B549034765F6}" dt="2026-05-30T16:25:09.091" v="2084" actId="20577"/>
        <pc:sldMkLst>
          <pc:docMk/>
          <pc:sldMk cId="4012791308" sldId="446"/>
        </pc:sldMkLst>
        <pc:spChg chg="mod">
          <ac:chgData name="Arthur Hack" userId="5b508c48246ea487" providerId="LiveId" clId="{789F42DD-A146-4A0A-A577-B549034765F6}" dt="2026-05-30T16:25:09.091" v="2084" actId="20577"/>
          <ac:spMkLst>
            <pc:docMk/>
            <pc:sldMk cId="4012791308" sldId="446"/>
            <ac:spMk id="3" creationId="{AB8799B4-3B8B-F365-674E-1AA758B1EB17}"/>
          </ac:spMkLst>
        </pc:spChg>
      </pc:sldChg>
      <pc:sldChg chg="modSp add mod">
        <pc:chgData name="Arthur Hack" userId="5b508c48246ea487" providerId="LiveId" clId="{789F42DD-A146-4A0A-A577-B549034765F6}" dt="2026-05-30T16:26:05.657" v="2104" actId="20577"/>
        <pc:sldMkLst>
          <pc:docMk/>
          <pc:sldMk cId="1076216" sldId="447"/>
        </pc:sldMkLst>
        <pc:spChg chg="mod">
          <ac:chgData name="Arthur Hack" userId="5b508c48246ea487" providerId="LiveId" clId="{789F42DD-A146-4A0A-A577-B549034765F6}" dt="2026-05-30T16:26:05.657" v="2104" actId="20577"/>
          <ac:spMkLst>
            <pc:docMk/>
            <pc:sldMk cId="1076216" sldId="447"/>
            <ac:spMk id="3" creationId="{D70FA326-5BDF-6400-83DF-E705E9993E0D}"/>
          </ac:spMkLst>
        </pc:spChg>
      </pc:sldChg>
      <pc:sldChg chg="modSp add mod">
        <pc:chgData name="Arthur Hack" userId="5b508c48246ea487" providerId="LiveId" clId="{789F42DD-A146-4A0A-A577-B549034765F6}" dt="2026-05-30T16:26:13.397" v="2112" actId="20577"/>
        <pc:sldMkLst>
          <pc:docMk/>
          <pc:sldMk cId="3786666785" sldId="448"/>
        </pc:sldMkLst>
        <pc:spChg chg="mod">
          <ac:chgData name="Arthur Hack" userId="5b508c48246ea487" providerId="LiveId" clId="{789F42DD-A146-4A0A-A577-B549034765F6}" dt="2026-05-30T16:26:13.397" v="2112" actId="20577"/>
          <ac:spMkLst>
            <pc:docMk/>
            <pc:sldMk cId="3786666785" sldId="448"/>
            <ac:spMk id="3" creationId="{9F4230CB-DDB7-2262-4B58-73E2DB8D298F}"/>
          </ac:spMkLst>
        </pc:spChg>
      </pc:sldChg>
      <pc:sldChg chg="modSp add mod ord">
        <pc:chgData name="Arthur Hack" userId="5b508c48246ea487" providerId="LiveId" clId="{789F42DD-A146-4A0A-A577-B549034765F6}" dt="2026-05-30T16:26:56.067" v="2138"/>
        <pc:sldMkLst>
          <pc:docMk/>
          <pc:sldMk cId="1306984352" sldId="449"/>
        </pc:sldMkLst>
        <pc:spChg chg="mod">
          <ac:chgData name="Arthur Hack" userId="5b508c48246ea487" providerId="LiveId" clId="{789F42DD-A146-4A0A-A577-B549034765F6}" dt="2026-05-30T16:26:27.535" v="2122" actId="20577"/>
          <ac:spMkLst>
            <pc:docMk/>
            <pc:sldMk cId="1306984352" sldId="449"/>
            <ac:spMk id="3" creationId="{BAD39500-4C53-34FC-FFED-640B4A9AC5A8}"/>
          </ac:spMkLst>
        </pc:spChg>
      </pc:sldChg>
      <pc:sldChg chg="modSp add mod">
        <pc:chgData name="Arthur Hack" userId="5b508c48246ea487" providerId="LiveId" clId="{789F42DD-A146-4A0A-A577-B549034765F6}" dt="2026-05-30T16:27:11.665" v="2147" actId="20577"/>
        <pc:sldMkLst>
          <pc:docMk/>
          <pc:sldMk cId="2398726471" sldId="450"/>
        </pc:sldMkLst>
        <pc:spChg chg="mod">
          <ac:chgData name="Arthur Hack" userId="5b508c48246ea487" providerId="LiveId" clId="{789F42DD-A146-4A0A-A577-B549034765F6}" dt="2026-05-30T16:27:11.665" v="2147" actId="20577"/>
          <ac:spMkLst>
            <pc:docMk/>
            <pc:sldMk cId="2398726471" sldId="450"/>
            <ac:spMk id="3" creationId="{5C144AC7-7E7A-A583-23E5-B6F06606FFAB}"/>
          </ac:spMkLst>
        </pc:spChg>
      </pc:sldChg>
      <pc:sldChg chg="modSp add mod">
        <pc:chgData name="Arthur Hack" userId="5b508c48246ea487" providerId="LiveId" clId="{789F42DD-A146-4A0A-A577-B549034765F6}" dt="2026-05-30T16:27:24.399" v="2156" actId="20577"/>
        <pc:sldMkLst>
          <pc:docMk/>
          <pc:sldMk cId="3598950300" sldId="451"/>
        </pc:sldMkLst>
        <pc:spChg chg="mod">
          <ac:chgData name="Arthur Hack" userId="5b508c48246ea487" providerId="LiveId" clId="{789F42DD-A146-4A0A-A577-B549034765F6}" dt="2026-05-30T16:27:24.399" v="2156" actId="20577"/>
          <ac:spMkLst>
            <pc:docMk/>
            <pc:sldMk cId="3598950300" sldId="451"/>
            <ac:spMk id="3" creationId="{3BCA5A68-A691-1DFC-B76A-A275278AFBCB}"/>
          </ac:spMkLst>
        </pc:spChg>
      </pc:sldChg>
      <pc:sldChg chg="modSp add mod">
        <pc:chgData name="Arthur Hack" userId="5b508c48246ea487" providerId="LiveId" clId="{789F42DD-A146-4A0A-A577-B549034765F6}" dt="2026-05-30T16:27:32.740" v="2165" actId="20577"/>
        <pc:sldMkLst>
          <pc:docMk/>
          <pc:sldMk cId="362358862" sldId="452"/>
        </pc:sldMkLst>
        <pc:spChg chg="mod">
          <ac:chgData name="Arthur Hack" userId="5b508c48246ea487" providerId="LiveId" clId="{789F42DD-A146-4A0A-A577-B549034765F6}" dt="2026-05-30T16:27:32.740" v="2165" actId="20577"/>
          <ac:spMkLst>
            <pc:docMk/>
            <pc:sldMk cId="362358862" sldId="452"/>
            <ac:spMk id="3" creationId="{73AF27D5-B5D7-7717-6A07-F624FC04DF33}"/>
          </ac:spMkLst>
        </pc:spChg>
      </pc:sldChg>
      <pc:sldChg chg="modSp add mod">
        <pc:chgData name="Arthur Hack" userId="5b508c48246ea487" providerId="LiveId" clId="{789F42DD-A146-4A0A-A577-B549034765F6}" dt="2026-05-30T16:27:49.629" v="2183" actId="20577"/>
        <pc:sldMkLst>
          <pc:docMk/>
          <pc:sldMk cId="2164039857" sldId="453"/>
        </pc:sldMkLst>
        <pc:spChg chg="mod">
          <ac:chgData name="Arthur Hack" userId="5b508c48246ea487" providerId="LiveId" clId="{789F42DD-A146-4A0A-A577-B549034765F6}" dt="2026-05-30T16:27:49.629" v="2183" actId="20577"/>
          <ac:spMkLst>
            <pc:docMk/>
            <pc:sldMk cId="2164039857" sldId="453"/>
            <ac:spMk id="3" creationId="{6A491B2F-C47D-F267-D199-7649973F762F}"/>
          </ac:spMkLst>
        </pc:spChg>
      </pc:sldChg>
      <pc:sldChg chg="add del">
        <pc:chgData name="Arthur Hack" userId="5b508c48246ea487" providerId="LiveId" clId="{789F42DD-A146-4A0A-A577-B549034765F6}" dt="2026-05-29T16:47:09.106" v="1733" actId="2696"/>
        <pc:sldMkLst>
          <pc:docMk/>
          <pc:sldMk cId="1570470751" sldId="454"/>
        </pc:sldMkLst>
      </pc:sldChg>
      <pc:sldChg chg="modSp add mod">
        <pc:chgData name="Arthur Hack" userId="5b508c48246ea487" providerId="LiveId" clId="{789F42DD-A146-4A0A-A577-B549034765F6}" dt="2026-05-30T16:27:58.570" v="2192" actId="20577"/>
        <pc:sldMkLst>
          <pc:docMk/>
          <pc:sldMk cId="1397947532" sldId="455"/>
        </pc:sldMkLst>
        <pc:spChg chg="mod">
          <ac:chgData name="Arthur Hack" userId="5b508c48246ea487" providerId="LiveId" clId="{789F42DD-A146-4A0A-A577-B549034765F6}" dt="2026-05-30T16:27:58.570" v="2192" actId="20577"/>
          <ac:spMkLst>
            <pc:docMk/>
            <pc:sldMk cId="1397947532" sldId="455"/>
            <ac:spMk id="3" creationId="{1CCD7301-FE06-33D8-B74C-D9421B199C02}"/>
          </ac:spMkLst>
        </pc:spChg>
      </pc:sldChg>
      <pc:sldChg chg="modSp add mod">
        <pc:chgData name="Arthur Hack" userId="5b508c48246ea487" providerId="LiveId" clId="{789F42DD-A146-4A0A-A577-B549034765F6}" dt="2026-05-30T16:28:06.813" v="2201" actId="20577"/>
        <pc:sldMkLst>
          <pc:docMk/>
          <pc:sldMk cId="3110158297" sldId="456"/>
        </pc:sldMkLst>
        <pc:spChg chg="mod">
          <ac:chgData name="Arthur Hack" userId="5b508c48246ea487" providerId="LiveId" clId="{789F42DD-A146-4A0A-A577-B549034765F6}" dt="2026-05-30T16:28:06.813" v="2201" actId="20577"/>
          <ac:spMkLst>
            <pc:docMk/>
            <pc:sldMk cId="3110158297" sldId="456"/>
            <ac:spMk id="3" creationId="{2AC924BC-F62C-79CC-E31A-7623E1BCB835}"/>
          </ac:spMkLst>
        </pc:spChg>
      </pc:sldChg>
      <pc:sldChg chg="modSp add mod">
        <pc:chgData name="Arthur Hack" userId="5b508c48246ea487" providerId="LiveId" clId="{789F42DD-A146-4A0A-A577-B549034765F6}" dt="2026-05-30T16:28:54.951" v="2244" actId="20577"/>
        <pc:sldMkLst>
          <pc:docMk/>
          <pc:sldMk cId="3606821582" sldId="457"/>
        </pc:sldMkLst>
        <pc:spChg chg="mod">
          <ac:chgData name="Arthur Hack" userId="5b508c48246ea487" providerId="LiveId" clId="{789F42DD-A146-4A0A-A577-B549034765F6}" dt="2026-05-30T16:28:54.951" v="2244" actId="20577"/>
          <ac:spMkLst>
            <pc:docMk/>
            <pc:sldMk cId="3606821582" sldId="457"/>
            <ac:spMk id="3" creationId="{6772618C-C58E-C917-D49B-9C5A94891A9A}"/>
          </ac:spMkLst>
        </pc:spChg>
      </pc:sldChg>
      <pc:sldChg chg="modSp add mod">
        <pc:chgData name="Arthur Hack" userId="5b508c48246ea487" providerId="LiveId" clId="{789F42DD-A146-4A0A-A577-B549034765F6}" dt="2026-05-30T16:29:02.916" v="2257" actId="20577"/>
        <pc:sldMkLst>
          <pc:docMk/>
          <pc:sldMk cId="3534636844" sldId="458"/>
        </pc:sldMkLst>
        <pc:spChg chg="mod">
          <ac:chgData name="Arthur Hack" userId="5b508c48246ea487" providerId="LiveId" clId="{789F42DD-A146-4A0A-A577-B549034765F6}" dt="2026-05-30T16:29:02.916" v="2257" actId="20577"/>
          <ac:spMkLst>
            <pc:docMk/>
            <pc:sldMk cId="3534636844" sldId="458"/>
            <ac:spMk id="3" creationId="{4F49180E-CF19-DCBB-8BE5-CEBA7D2879E2}"/>
          </ac:spMkLst>
        </pc:spChg>
      </pc:sldChg>
      <pc:sldChg chg="modSp add mod">
        <pc:chgData name="Arthur Hack" userId="5b508c48246ea487" providerId="LiveId" clId="{789F42DD-A146-4A0A-A577-B549034765F6}" dt="2026-05-30T16:29:09.974" v="2266" actId="20577"/>
        <pc:sldMkLst>
          <pc:docMk/>
          <pc:sldMk cId="2701725271" sldId="459"/>
        </pc:sldMkLst>
        <pc:spChg chg="mod">
          <ac:chgData name="Arthur Hack" userId="5b508c48246ea487" providerId="LiveId" clId="{789F42DD-A146-4A0A-A577-B549034765F6}" dt="2026-05-30T16:29:09.974" v="2266" actId="20577"/>
          <ac:spMkLst>
            <pc:docMk/>
            <pc:sldMk cId="2701725271" sldId="459"/>
            <ac:spMk id="3" creationId="{9A828EEE-9FC6-D3EE-F215-9117F8B04108}"/>
          </ac:spMkLst>
        </pc:spChg>
      </pc:sldChg>
      <pc:sldChg chg="modSp add mod">
        <pc:chgData name="Arthur Hack" userId="5b508c48246ea487" providerId="LiveId" clId="{789F42DD-A146-4A0A-A577-B549034765F6}" dt="2026-05-30T16:29:15.697" v="2275" actId="20577"/>
        <pc:sldMkLst>
          <pc:docMk/>
          <pc:sldMk cId="2144242260" sldId="460"/>
        </pc:sldMkLst>
        <pc:spChg chg="mod">
          <ac:chgData name="Arthur Hack" userId="5b508c48246ea487" providerId="LiveId" clId="{789F42DD-A146-4A0A-A577-B549034765F6}" dt="2026-05-30T16:29:15.697" v="2275" actId="20577"/>
          <ac:spMkLst>
            <pc:docMk/>
            <pc:sldMk cId="2144242260" sldId="460"/>
            <ac:spMk id="3" creationId="{B512BE16-7D88-7FAD-8E12-6744BEE2C4E8}"/>
          </ac:spMkLst>
        </pc:spChg>
      </pc:sldChg>
      <pc:sldChg chg="modSp add mod">
        <pc:chgData name="Arthur Hack" userId="5b508c48246ea487" providerId="LiveId" clId="{789F42DD-A146-4A0A-A577-B549034765F6}" dt="2026-05-30T16:29:31.709" v="2286" actId="20577"/>
        <pc:sldMkLst>
          <pc:docMk/>
          <pc:sldMk cId="744409674" sldId="461"/>
        </pc:sldMkLst>
        <pc:spChg chg="mod">
          <ac:chgData name="Arthur Hack" userId="5b508c48246ea487" providerId="LiveId" clId="{789F42DD-A146-4A0A-A577-B549034765F6}" dt="2026-05-30T16:29:31.709" v="2286" actId="20577"/>
          <ac:spMkLst>
            <pc:docMk/>
            <pc:sldMk cId="744409674" sldId="461"/>
            <ac:spMk id="3" creationId="{7C70BAA2-54A1-BAA9-5EF9-9F93F22AE700}"/>
          </ac:spMkLst>
        </pc:spChg>
      </pc:sldChg>
      <pc:sldChg chg="modSp add mod ord">
        <pc:chgData name="Arthur Hack" userId="5b508c48246ea487" providerId="LiveId" clId="{789F42DD-A146-4A0A-A577-B549034765F6}" dt="2026-05-30T16:29:56.640" v="2291" actId="20577"/>
        <pc:sldMkLst>
          <pc:docMk/>
          <pc:sldMk cId="4060310530" sldId="462"/>
        </pc:sldMkLst>
        <pc:spChg chg="mod">
          <ac:chgData name="Arthur Hack" userId="5b508c48246ea487" providerId="LiveId" clId="{789F42DD-A146-4A0A-A577-B549034765F6}" dt="2026-05-30T16:29:56.640" v="2291" actId="20577"/>
          <ac:spMkLst>
            <pc:docMk/>
            <pc:sldMk cId="4060310530" sldId="462"/>
            <ac:spMk id="3" creationId="{FBE6D060-6F7A-F4C1-D2E4-0F06598530F1}"/>
          </ac:spMkLst>
        </pc:spChg>
      </pc:sldChg>
      <pc:sldChg chg="modSp add mod ord">
        <pc:chgData name="Arthur Hack" userId="5b508c48246ea487" providerId="LiveId" clId="{789F42DD-A146-4A0A-A577-B549034765F6}" dt="2026-05-30T16:25:04.270" v="2076" actId="20577"/>
        <pc:sldMkLst>
          <pc:docMk/>
          <pc:sldMk cId="3330486890" sldId="463"/>
        </pc:sldMkLst>
        <pc:spChg chg="mod">
          <ac:chgData name="Arthur Hack" userId="5b508c48246ea487" providerId="LiveId" clId="{789F42DD-A146-4A0A-A577-B549034765F6}" dt="2026-05-30T16:25:04.270" v="2076" actId="20577"/>
          <ac:spMkLst>
            <pc:docMk/>
            <pc:sldMk cId="3330486890" sldId="463"/>
            <ac:spMk id="3" creationId="{39EE4D5B-4F39-DB7A-9AFE-865775B1E0C2}"/>
          </ac:spMkLst>
        </pc:spChg>
      </pc:sldChg>
      <pc:sldChg chg="modSp add mod ord">
        <pc:chgData name="Arthur Hack" userId="5b508c48246ea487" providerId="LiveId" clId="{789F42DD-A146-4A0A-A577-B549034765F6}" dt="2026-05-30T16:26:01.247" v="2094" actId="20577"/>
        <pc:sldMkLst>
          <pc:docMk/>
          <pc:sldMk cId="493967408" sldId="464"/>
        </pc:sldMkLst>
        <pc:spChg chg="mod">
          <ac:chgData name="Arthur Hack" userId="5b508c48246ea487" providerId="LiveId" clId="{789F42DD-A146-4A0A-A577-B549034765F6}" dt="2026-05-30T16:26:01.247" v="2094" actId="20577"/>
          <ac:spMkLst>
            <pc:docMk/>
            <pc:sldMk cId="493967408" sldId="464"/>
            <ac:spMk id="3" creationId="{6E2BC6E7-FDE6-1691-A86C-C34065B08312}"/>
          </ac:spMkLst>
        </pc:spChg>
      </pc:sldChg>
      <pc:sldChg chg="modSp add mod ord">
        <pc:chgData name="Arthur Hack" userId="5b508c48246ea487" providerId="LiveId" clId="{789F42DD-A146-4A0A-A577-B549034765F6}" dt="2026-05-30T16:26:52.953" v="2136" actId="20577"/>
        <pc:sldMkLst>
          <pc:docMk/>
          <pc:sldMk cId="361883740" sldId="465"/>
        </pc:sldMkLst>
        <pc:spChg chg="mod">
          <ac:chgData name="Arthur Hack" userId="5b508c48246ea487" providerId="LiveId" clId="{789F42DD-A146-4A0A-A577-B549034765F6}" dt="2026-05-30T16:26:52.953" v="2136" actId="20577"/>
          <ac:spMkLst>
            <pc:docMk/>
            <pc:sldMk cId="361883740" sldId="465"/>
            <ac:spMk id="3" creationId="{4C755BA8-088E-D120-16F8-A2B670A31D6F}"/>
          </ac:spMkLst>
        </pc:spChg>
      </pc:sldChg>
      <pc:sldChg chg="modSp add mod ord">
        <pc:chgData name="Arthur Hack" userId="5b508c48246ea487" providerId="LiveId" clId="{789F42DD-A146-4A0A-A577-B549034765F6}" dt="2026-05-30T16:29:38.594" v="2287" actId="207"/>
        <pc:sldMkLst>
          <pc:docMk/>
          <pc:sldMk cId="1721671897" sldId="466"/>
        </pc:sldMkLst>
        <pc:spChg chg="mod">
          <ac:chgData name="Arthur Hack" userId="5b508c48246ea487" providerId="LiveId" clId="{789F42DD-A146-4A0A-A577-B549034765F6}" dt="2026-05-30T16:29:38.594" v="2287" actId="207"/>
          <ac:spMkLst>
            <pc:docMk/>
            <pc:sldMk cId="1721671897" sldId="466"/>
            <ac:spMk id="3" creationId="{DE402F7C-E595-D55C-27A2-60AE59A49604}"/>
          </ac:spMkLst>
        </pc:spChg>
      </pc:sldChg>
      <pc:sldChg chg="modSp add mod ord">
        <pc:chgData name="Arthur Hack" userId="5b508c48246ea487" providerId="LiveId" clId="{789F42DD-A146-4A0A-A577-B549034765F6}" dt="2026-05-30T16:28:39.253" v="2224" actId="20577"/>
        <pc:sldMkLst>
          <pc:docMk/>
          <pc:sldMk cId="893400633" sldId="467"/>
        </pc:sldMkLst>
        <pc:spChg chg="mod">
          <ac:chgData name="Arthur Hack" userId="5b508c48246ea487" providerId="LiveId" clId="{789F42DD-A146-4A0A-A577-B549034765F6}" dt="2026-05-30T16:28:39.253" v="2224" actId="20577"/>
          <ac:spMkLst>
            <pc:docMk/>
            <pc:sldMk cId="893400633" sldId="467"/>
            <ac:spMk id="3" creationId="{3B3A97F9-544A-86ED-A8D4-3908F9C6C0D3}"/>
          </ac:spMkLst>
        </pc:spChg>
      </pc:sldChg>
      <pc:sldChg chg="modSp add mod">
        <pc:chgData name="Arthur Hack" userId="5b508c48246ea487" providerId="LiveId" clId="{789F42DD-A146-4A0A-A577-B549034765F6}" dt="2026-05-30T16:27:40.780" v="2174" actId="20577"/>
        <pc:sldMkLst>
          <pc:docMk/>
          <pc:sldMk cId="1320483128" sldId="468"/>
        </pc:sldMkLst>
        <pc:spChg chg="mod">
          <ac:chgData name="Arthur Hack" userId="5b508c48246ea487" providerId="LiveId" clId="{789F42DD-A146-4A0A-A577-B549034765F6}" dt="2026-05-30T16:27:40.780" v="2174" actId="20577"/>
          <ac:spMkLst>
            <pc:docMk/>
            <pc:sldMk cId="1320483128" sldId="468"/>
            <ac:spMk id="3" creationId="{0849DDBB-6AD7-2570-23C0-15112A9CE0D6}"/>
          </ac:spMkLst>
        </pc:spChg>
      </pc:sldChg>
      <pc:sldChg chg="new del">
        <pc:chgData name="Arthur Hack" userId="5b508c48246ea487" providerId="LiveId" clId="{789F42DD-A146-4A0A-A577-B549034765F6}" dt="2026-05-30T16:30:15.260" v="2293" actId="2696"/>
        <pc:sldMkLst>
          <pc:docMk/>
          <pc:sldMk cId="1499417712" sldId="469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69E24D-9DBE-4DAB-A481-718B3C423892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E33F2-1AEA-4A8F-89D6-776151CD4A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19350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29/05/2026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0224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29/05/2026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4217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29/05/2026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4594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29/05/2026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557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29/05/2026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3751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29/05/2026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3542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29/05/2026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371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29/05/2026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184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29/05/2026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2948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29/05/2026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8237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29/05/2026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7454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29/05/2026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9949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29/05/2026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2908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29/05/2026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311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29/05/2026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1663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29/05/2026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07121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29/05/2026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327817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0B304C-6D9A-40FB-A8B9-28880A8BB8D2}" type="datetimeFigureOut">
              <a:rPr lang="pt-BR" smtClean="0"/>
              <a:pPr/>
              <a:t>29/05/2026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74823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enc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D8B078-B005-E808-C1F2-7D52408ED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BF99D510-C769-4A3F-B1BF-0A2F3822AE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474" y="733425"/>
            <a:ext cx="10693662" cy="5391150"/>
          </a:xfrm>
          <a:prstGeom prst="rect">
            <a:avLst/>
          </a:prstGeom>
          <a:solidFill>
            <a:srgbClr val="FFFFFF"/>
          </a:solidFill>
          <a:ln w="190500" cap="sq">
            <a:solidFill>
              <a:srgbClr val="FFFFFF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7F9E0B70-3AAE-571C-AFEA-4C3555AB46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9762" y="1114868"/>
            <a:ext cx="4628265" cy="4628265"/>
          </a:xfrm>
          <a:prstGeom prst="rect">
            <a:avLst/>
          </a:prstGeom>
        </p:spPr>
      </p:pic>
      <p:sp>
        <p:nvSpPr>
          <p:cNvPr id="12" name="Rectangle 10">
            <a:extLst>
              <a:ext uri="{FF2B5EF4-FFF2-40B4-BE49-F238E27FC236}">
                <a16:creationId xmlns:a16="http://schemas.microsoft.com/office/drawing/2014/main" id="{62DD38F0-3136-4D36-9445-AAF26688F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496" y="799817"/>
            <a:ext cx="10575170" cy="5258367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358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3DEEC-4B4A-BA93-7098-6C2FC9C90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6487E6-2FC1-4B5F-C187-9D5599F51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404" y="2582906"/>
            <a:ext cx="10729192" cy="169218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Ein </a:t>
            </a:r>
            <a:r>
              <a:rPr lang="en-US" sz="9000" dirty="0" err="1">
                <a:cs typeface="Arial" panose="020B0604020202020204" pitchFamily="34" charset="0"/>
              </a:rPr>
              <a:t>Prosit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397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D746F-A3A2-A52C-781B-3A1457203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12EAAC-605C-EEAD-CAD5-F7B6E6BB1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592796"/>
            <a:ext cx="11521280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Polka do Fritz </a:t>
            </a:r>
            <a:r>
              <a:rPr lang="en-US" sz="90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-Sib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Gastando</a:t>
            </a:r>
            <a:r>
              <a:rPr lang="en-US" sz="9000" dirty="0">
                <a:cs typeface="Arial" panose="020B0604020202020204" pitchFamily="34" charset="0"/>
              </a:rPr>
              <a:t> a Sola </a:t>
            </a:r>
            <a:r>
              <a:rPr lang="en-US" sz="90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211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4C884-37A1-7BEA-1FEC-47AFA67E5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559406-71CD-C9DE-3FDF-D3F0A126E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592796"/>
            <a:ext cx="11521280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Ouro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cs typeface="Arial" panose="020B0604020202020204" pitchFamily="34" charset="0"/>
              </a:rPr>
              <a:t>na</a:t>
            </a:r>
            <a:r>
              <a:rPr lang="en-US" sz="9000" dirty="0">
                <a:cs typeface="Arial" panose="020B0604020202020204" pitchFamily="34" charset="0"/>
              </a:rPr>
              <a:t> Estrada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Com Bitter </a:t>
            </a:r>
            <a:r>
              <a:rPr lang="en-US" sz="90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005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7472D-AA34-C08B-2D71-8AA1A0C60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C88E5E-42F5-395C-62D6-68024F6D2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592796"/>
            <a:ext cx="11521280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Blumenau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Feliz </a:t>
            </a:r>
            <a:r>
              <a:rPr lang="en-US" sz="9000" dirty="0" err="1">
                <a:cs typeface="Arial" panose="020B0604020202020204" pitchFamily="34" charset="0"/>
              </a:rPr>
              <a:t>em</a:t>
            </a:r>
            <a:r>
              <a:rPr lang="en-US" sz="9000" dirty="0">
                <a:cs typeface="Arial" panose="020B0604020202020204" pitchFamily="34" charset="0"/>
              </a:rPr>
              <a:t> Festa </a:t>
            </a:r>
            <a:r>
              <a:rPr lang="en-US" sz="90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-Sib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17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7BF5C-3D9C-F021-DD9A-0C8C66EAE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D0257E-22D9-C5ED-C033-1C1F35D7E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592796"/>
            <a:ext cx="11521280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Kerb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cs typeface="Arial" panose="020B0604020202020204" pitchFamily="34" charset="0"/>
              </a:rPr>
              <a:t>na</a:t>
            </a:r>
            <a:r>
              <a:rPr lang="en-US" sz="9000" dirty="0">
                <a:cs typeface="Arial" panose="020B0604020202020204" pitchFamily="34" charset="0"/>
              </a:rPr>
              <a:t> Colonia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Polka do Elton </a:t>
            </a:r>
            <a:r>
              <a:rPr lang="en-US" sz="90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358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AFE86-59BC-3564-2BA4-0B4E5AE0C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7D5B70-EA9D-1A7A-12D6-27AED378A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8" y="1592796"/>
            <a:ext cx="12144672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800" dirty="0">
                <a:cs typeface="Arial" panose="020B0604020202020204" pitchFamily="34" charset="0"/>
              </a:rPr>
              <a:t>Bebo </a:t>
            </a:r>
            <a:r>
              <a:rPr lang="en-US" sz="8800" dirty="0" err="1">
                <a:cs typeface="Arial" panose="020B0604020202020204" pitchFamily="34" charset="0"/>
              </a:rPr>
              <a:t>Todas</a:t>
            </a:r>
            <a:r>
              <a:rPr lang="en-US" sz="8800" dirty="0">
                <a:cs typeface="Arial" panose="020B0604020202020204" pitchFamily="34" charset="0"/>
              </a:rPr>
              <a:t> </a:t>
            </a:r>
            <a:r>
              <a:rPr lang="en-US" sz="88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endParaRPr lang="pt-BR" sz="8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800" dirty="0" err="1">
                <a:cs typeface="Arial" panose="020B0604020202020204" pitchFamily="34" charset="0"/>
              </a:rPr>
              <a:t>Levanta</a:t>
            </a:r>
            <a:r>
              <a:rPr lang="en-US" sz="8800" dirty="0">
                <a:cs typeface="Arial" panose="020B0604020202020204" pitchFamily="34" charset="0"/>
              </a:rPr>
              <a:t> </a:t>
            </a:r>
            <a:r>
              <a:rPr lang="en-US" sz="8800" dirty="0" err="1">
                <a:cs typeface="Arial" panose="020B0604020202020204" pitchFamily="34" charset="0"/>
              </a:rPr>
              <a:t>Poeira</a:t>
            </a:r>
            <a:r>
              <a:rPr lang="en-US" sz="8800" dirty="0">
                <a:cs typeface="Arial" panose="020B0604020202020204" pitchFamily="34" charset="0"/>
              </a:rPr>
              <a:t> </a:t>
            </a: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Sib-Mib</a:t>
            </a:r>
            <a:endParaRPr lang="pt-BR" sz="88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30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67128-76C7-8EB3-DA5C-71EDFFE4C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A4F81D-7CBF-6E58-C341-52614EE39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62826"/>
            <a:ext cx="12192000" cy="313234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7200" dirty="0">
                <a:cs typeface="Arial" panose="020B0604020202020204" pitchFamily="34" charset="0"/>
              </a:rPr>
              <a:t>O </a:t>
            </a:r>
            <a:r>
              <a:rPr lang="en-US" sz="7200" dirty="0" err="1">
                <a:cs typeface="Arial" panose="020B0604020202020204" pitchFamily="34" charset="0"/>
              </a:rPr>
              <a:t>Roubo</a:t>
            </a:r>
            <a:r>
              <a:rPr lang="en-US" sz="7200" dirty="0">
                <a:cs typeface="Arial" panose="020B0604020202020204" pitchFamily="34" charset="0"/>
              </a:rPr>
              <a:t> da Gaita </a:t>
            </a:r>
            <a:r>
              <a:rPr lang="en-US" sz="7200" dirty="0" err="1">
                <a:cs typeface="Arial" panose="020B0604020202020204" pitchFamily="34" charset="0"/>
              </a:rPr>
              <a:t>Velha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Baião</a:t>
            </a:r>
            <a:r>
              <a:rPr lang="en-US" sz="8000" dirty="0">
                <a:cs typeface="Arial" panose="020B0604020202020204" pitchFamily="34" charset="0"/>
              </a:rPr>
              <a:t> do </a:t>
            </a:r>
            <a:r>
              <a:rPr lang="en-US" sz="8000" dirty="0" err="1">
                <a:cs typeface="Arial" panose="020B0604020202020204" pitchFamily="34" charset="0"/>
              </a:rPr>
              <a:t>Sucosuco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435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09A3B-0D94-115F-1B4E-F7EF66A4E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F3A1DE-74C8-6D52-305D-1DFDE7A7D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4724"/>
            <a:ext cx="12192000" cy="4968552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Viva o </a:t>
            </a:r>
            <a:r>
              <a:rPr lang="en-US" sz="9000" dirty="0" err="1">
                <a:cs typeface="Arial" panose="020B0604020202020204" pitchFamily="34" charset="0"/>
              </a:rPr>
              <a:t>Kerb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Rio </a:t>
            </a:r>
            <a:r>
              <a:rPr lang="en-US" sz="9000" dirty="0" err="1">
                <a:cs typeface="Arial" panose="020B0604020202020204" pitchFamily="34" charset="0"/>
              </a:rPr>
              <a:t>Uruguai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endParaRPr lang="en-US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6600" dirty="0">
                <a:cs typeface="Arial" panose="020B0604020202020204" pitchFamily="34" charset="0"/>
              </a:rPr>
              <a:t>Em </a:t>
            </a:r>
            <a:r>
              <a:rPr lang="en-US" sz="6600" dirty="0" err="1">
                <a:cs typeface="Arial" panose="020B0604020202020204" pitchFamily="34" charset="0"/>
              </a:rPr>
              <a:t>Rítmo</a:t>
            </a:r>
            <a:r>
              <a:rPr lang="en-US" sz="6600" dirty="0">
                <a:cs typeface="Arial" panose="020B0604020202020204" pitchFamily="34" charset="0"/>
              </a:rPr>
              <a:t> de Octoberfest</a:t>
            </a:r>
            <a:r>
              <a:rPr lang="en-US" sz="6600" dirty="0">
                <a:solidFill>
                  <a:srgbClr val="FF0000"/>
                </a:solidFill>
                <a:cs typeface="Arial" panose="020B0604020202020204" pitchFamily="34" charset="0"/>
              </a:rPr>
              <a:t> Sib</a:t>
            </a:r>
            <a:endParaRPr lang="pt-BR" sz="66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900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D2EDE-4DD4-C212-6EEB-0E0D327A7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1325BB-9EEA-C0A7-F20D-57C683A4F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92796"/>
            <a:ext cx="12192000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Barril</a:t>
            </a:r>
            <a:r>
              <a:rPr lang="en-US" sz="8000" dirty="0">
                <a:cs typeface="Arial" panose="020B0604020202020204" pitchFamily="34" charset="0"/>
              </a:rPr>
              <a:t> de Chopp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Sib-Mib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Marcha</a:t>
            </a:r>
            <a:r>
              <a:rPr lang="en-US" sz="8000" dirty="0">
                <a:cs typeface="Arial" panose="020B0604020202020204" pitchFamily="34" charset="0"/>
              </a:rPr>
              <a:t> da </a:t>
            </a:r>
            <a:r>
              <a:rPr lang="en-US" sz="8000" dirty="0" err="1">
                <a:cs typeface="Arial" panose="020B0604020202020204" pitchFamily="34" charset="0"/>
              </a:rPr>
              <a:t>Guit</a:t>
            </a:r>
            <a:r>
              <a:rPr lang="en-US" sz="8000" dirty="0">
                <a:cs typeface="Arial" panose="020B0604020202020204" pitchFamily="34" charset="0"/>
              </a:rPr>
              <a:t>. 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Gm-Sib-Fa-Do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091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A981C-5E87-E775-F458-B3E38AFD3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504F53-F030-B79A-1777-302EF0446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404" y="1592796"/>
            <a:ext cx="10729192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2000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Sapataria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491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1A3C0-9808-666A-F2EB-877C7DB6F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B78A29-4F54-53EC-F530-94912061A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404" y="1592796"/>
            <a:ext cx="10729192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Lindo Dia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Recordação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295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210DF-545A-1BB9-595C-5DEA08D78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296E72-04B9-D83B-28D0-DE127A149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4704"/>
            <a:ext cx="12192000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Marcha</a:t>
            </a:r>
            <a:r>
              <a:rPr lang="en-US" sz="9000" dirty="0">
                <a:cs typeface="Arial" panose="020B0604020202020204" pitchFamily="34" charset="0"/>
              </a:rPr>
              <a:t> dos </a:t>
            </a:r>
            <a:r>
              <a:rPr lang="en-US" sz="9000" dirty="0" err="1">
                <a:cs typeface="Arial" panose="020B0604020202020204" pitchFamily="34" charset="0"/>
              </a:rPr>
              <a:t>Três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Dobrado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cs typeface="Arial" panose="020B0604020202020204" pitchFamily="34" charset="0"/>
              </a:rPr>
              <a:t>Morango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Ponto Chick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Sib-Mib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1729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DB5EF-7026-A33C-145A-10EF8364F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12A23C-3FCA-8F30-69C2-7D0C9273E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9" y="818710"/>
            <a:ext cx="12192000" cy="5220579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6600" dirty="0">
                <a:cs typeface="Arial" panose="020B0604020202020204" pitchFamily="34" charset="0"/>
              </a:rPr>
              <a:t>O </a:t>
            </a:r>
            <a:r>
              <a:rPr lang="en-US" sz="6600" dirty="0" err="1">
                <a:cs typeface="Arial" panose="020B0604020202020204" pitchFamily="34" charset="0"/>
              </a:rPr>
              <a:t>Verão</a:t>
            </a:r>
            <a:r>
              <a:rPr lang="en-US" sz="6600" dirty="0">
                <a:cs typeface="Arial" panose="020B0604020202020204" pitchFamily="34" charset="0"/>
              </a:rPr>
              <a:t> Sempre Vai </a:t>
            </a:r>
            <a:r>
              <a:rPr lang="en-US" sz="6600" dirty="0" err="1">
                <a:cs typeface="Arial" panose="020B0604020202020204" pitchFamily="34" charset="0"/>
              </a:rPr>
              <a:t>Voltar</a:t>
            </a:r>
            <a:r>
              <a:rPr lang="en-US" sz="6600" dirty="0">
                <a:cs typeface="Arial" panose="020B0604020202020204" pitchFamily="34" charset="0"/>
              </a:rPr>
              <a:t> </a:t>
            </a:r>
          </a:p>
          <a:p>
            <a:pPr algn="ctr">
              <a:buNone/>
            </a:pPr>
            <a:r>
              <a:rPr lang="en-US" sz="6600" dirty="0">
                <a:solidFill>
                  <a:srgbClr val="FF0000"/>
                </a:solidFill>
                <a:cs typeface="Arial" panose="020B0604020202020204" pitchFamily="34" charset="0"/>
              </a:rPr>
              <a:t>Lab-Mib-La-Mi-Sib</a:t>
            </a:r>
          </a:p>
          <a:p>
            <a:pPr algn="ctr">
              <a:buNone/>
            </a:pPr>
            <a:r>
              <a:rPr lang="en-US" sz="6600" dirty="0" err="1">
                <a:cs typeface="Arial" panose="020B0604020202020204" pitchFamily="34" charset="0"/>
              </a:rPr>
              <a:t>Zillertaller</a:t>
            </a:r>
            <a:r>
              <a:rPr lang="en-US" sz="6600" dirty="0">
                <a:cs typeface="Arial" panose="020B0604020202020204" pitchFamily="34" charset="0"/>
              </a:rPr>
              <a:t> </a:t>
            </a:r>
          </a:p>
          <a:p>
            <a:pPr algn="ctr">
              <a:buNone/>
            </a:pPr>
            <a:r>
              <a:rPr lang="en-US" sz="6600" dirty="0">
                <a:solidFill>
                  <a:srgbClr val="FF0000"/>
                </a:solidFill>
                <a:cs typeface="Arial" panose="020B0604020202020204" pitchFamily="34" charset="0"/>
              </a:rPr>
              <a:t>Mib-Sib-Mib-</a:t>
            </a:r>
            <a:r>
              <a:rPr lang="en-US" sz="66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endParaRPr lang="pt-BR" sz="66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96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08B8C-926A-B7E5-30A7-E793DC0AA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74F469-155F-AB07-46A9-278F991AE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836712"/>
            <a:ext cx="11809312" cy="5328592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Bebidas</a:t>
            </a:r>
            <a:r>
              <a:rPr lang="en-US" sz="9000" dirty="0">
                <a:cs typeface="Arial" panose="020B0604020202020204" pitchFamily="34" charset="0"/>
              </a:rPr>
              <a:t> de Amor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Serrana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Vira </a:t>
            </a:r>
            <a:r>
              <a:rPr lang="en-US" sz="9000" dirty="0" err="1">
                <a:cs typeface="Arial" panose="020B0604020202020204" pitchFamily="34" charset="0"/>
              </a:rPr>
              <a:t>Copos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684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81933-4FF2-163B-FB84-F8FE8149B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CFCA18-7B62-1A6D-4936-22DCA6ECD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476673"/>
            <a:ext cx="11593288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Ouro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cs typeface="Arial" panose="020B0604020202020204" pitchFamily="34" charset="0"/>
              </a:rPr>
              <a:t>na</a:t>
            </a:r>
            <a:r>
              <a:rPr lang="en-US" sz="9000" dirty="0">
                <a:cs typeface="Arial" panose="020B0604020202020204" pitchFamily="34" charset="0"/>
              </a:rPr>
              <a:t> Estrada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Com Bitter  </a:t>
            </a:r>
            <a:r>
              <a:rPr lang="en-US" sz="90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Marie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</a:p>
        </p:txBody>
      </p:sp>
    </p:spTree>
    <p:extLst>
      <p:ext uri="{BB962C8B-B14F-4D97-AF65-F5344CB8AC3E}">
        <p14:creationId xmlns:p14="http://schemas.microsoft.com/office/powerpoint/2010/main" val="4000092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155D5-0495-EC2B-5BF4-BB6B71607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0A7FE8-1085-1F14-BDC9-D1C30CC08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476673"/>
            <a:ext cx="11665296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Polka do Fritz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Fa-Bib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Gastando</a:t>
            </a:r>
            <a:r>
              <a:rPr lang="en-US" sz="9000" dirty="0">
                <a:cs typeface="Arial" panose="020B0604020202020204" pitchFamily="34" charset="0"/>
              </a:rPr>
              <a:t> a Sola </a:t>
            </a:r>
            <a:r>
              <a:rPr lang="en-US" sz="90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 err="1">
                <a:cs typeface="Arial" panose="020B0604020202020204" pitchFamily="34" charset="0"/>
              </a:rPr>
              <a:t>Revesburgen</a:t>
            </a:r>
            <a:r>
              <a:rPr lang="pt-BR" sz="9000" dirty="0">
                <a:cs typeface="Arial" panose="020B0604020202020204" pitchFamily="34" charset="0"/>
              </a:rPr>
              <a:t>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Dó</a:t>
            </a:r>
          </a:p>
        </p:txBody>
      </p:sp>
    </p:spTree>
    <p:extLst>
      <p:ext uri="{BB962C8B-B14F-4D97-AF65-F5344CB8AC3E}">
        <p14:creationId xmlns:p14="http://schemas.microsoft.com/office/powerpoint/2010/main" val="6185859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CDCC8-A6AC-C188-10E1-1971C17CB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1E74E7-E448-A488-6944-B50F6CFFF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476673"/>
            <a:ext cx="1152128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Dobrado</a:t>
            </a:r>
            <a:r>
              <a:rPr lang="en-US" sz="9000" dirty="0">
                <a:cs typeface="Arial" panose="020B0604020202020204" pitchFamily="34" charset="0"/>
              </a:rPr>
              <a:t> 2000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Sapataria</a:t>
            </a:r>
            <a:r>
              <a:rPr lang="en-US" sz="9000" dirty="0">
                <a:cs typeface="Arial" panose="020B0604020202020204" pitchFamily="34" charset="0"/>
              </a:rPr>
              <a:t> 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Vacariano </a:t>
            </a:r>
            <a:r>
              <a:rPr lang="pt-BR" sz="9000" dirty="0" err="1">
                <a:solidFill>
                  <a:srgbClr val="FF0000"/>
                </a:solidFill>
                <a:cs typeface="Arial" panose="020B0604020202020204" pitchFamily="34" charset="0"/>
              </a:rPr>
              <a:t>Bib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7792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0E187-71C1-B556-F73D-6AA993873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D1BA42-2961-3BFE-6D00-FA044FC18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92796"/>
            <a:ext cx="12192000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Dobrado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cs typeface="Arial" panose="020B0604020202020204" pitchFamily="34" charset="0"/>
              </a:rPr>
              <a:t>Maratá</a:t>
            </a:r>
            <a:r>
              <a:rPr lang="en-US" sz="9000" dirty="0">
                <a:cs typeface="Arial" panose="020B0604020202020204" pitchFamily="34" charset="0"/>
              </a:rPr>
              <a:t> 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Dobrado</a:t>
            </a:r>
            <a:r>
              <a:rPr lang="en-US" sz="9000" dirty="0">
                <a:cs typeface="Arial" panose="020B0604020202020204" pitchFamily="34" charset="0"/>
              </a:rPr>
              <a:t> Bota Fogo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328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2AA85-F35E-93F6-401E-B2757783A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93040C-E9D5-9F15-B079-93AD0AA0C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8" y="1592796"/>
            <a:ext cx="12144672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800" dirty="0" err="1">
                <a:cs typeface="Arial" panose="020B0604020202020204" pitchFamily="34" charset="0"/>
              </a:rPr>
              <a:t>Zillertaller</a:t>
            </a:r>
            <a:r>
              <a:rPr lang="en-US" sz="8800" dirty="0">
                <a:cs typeface="Arial" panose="020B0604020202020204" pitchFamily="34" charset="0"/>
              </a:rPr>
              <a:t> </a:t>
            </a:r>
          </a:p>
          <a:p>
            <a:pPr algn="ctr"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Mib Sib Mib </a:t>
            </a:r>
            <a:r>
              <a:rPr lang="en-US" sz="88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endParaRPr lang="pt-BR" sz="88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319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0A705-1755-8019-DD20-4FCADC5A0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018645-EF21-2712-DD55-F55FA4AC3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68760"/>
            <a:ext cx="12072664" cy="3744415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Carijó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>
                <a:cs typeface="Arial" panose="020B0604020202020204" pitchFamily="34" charset="0"/>
              </a:rPr>
              <a:t>Polka do </a:t>
            </a:r>
            <a:r>
              <a:rPr lang="en-US" sz="8000" dirty="0" err="1">
                <a:cs typeface="Arial" panose="020B0604020202020204" pitchFamily="34" charset="0"/>
              </a:rPr>
              <a:t>Vovô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 err="1">
                <a:cs typeface="Arial" panose="020B0604020202020204" pitchFamily="34" charset="0"/>
              </a:rPr>
              <a:t>Vilson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1012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0ED10-1D52-D845-D934-1E5D384D8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3CA89C-349D-BC28-BA35-B4A8E14B7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476673"/>
            <a:ext cx="1152128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Pegando</a:t>
            </a:r>
            <a:r>
              <a:rPr lang="en-US" sz="9000" dirty="0">
                <a:cs typeface="Arial" panose="020B0604020202020204" pitchFamily="34" charset="0"/>
              </a:rPr>
              <a:t> o </a:t>
            </a:r>
            <a:r>
              <a:rPr lang="en-US" sz="9000" dirty="0" err="1">
                <a:cs typeface="Arial" panose="020B0604020202020204" pitchFamily="34" charset="0"/>
              </a:rPr>
              <a:t>Ônibus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Barco do Amor 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F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Vou pra SC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0657928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5E661-C820-43D3-F388-31A8B3C0A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264A6E-5287-4FA7-25F7-9DA298DDC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592796"/>
            <a:ext cx="11809312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Rio Azul </a:t>
            </a:r>
            <a:r>
              <a:rPr lang="en-US" sz="9000" dirty="0" err="1">
                <a:solidFill>
                  <a:srgbClr val="FF0000"/>
                </a:solidFill>
                <a:cs typeface="Arial" panose="020B0604020202020204" pitchFamily="34" charset="0"/>
              </a:rPr>
              <a:t>Ré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Amada Minha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3221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7D451-AB43-6917-B705-5AA40186D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B2B36E-424A-1A3E-D595-359D402DB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592796"/>
            <a:ext cx="11809312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Dois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 err="1">
                <a:cs typeface="Arial" panose="020B0604020202020204" pitchFamily="34" charset="0"/>
              </a:rPr>
              <a:t>Passarinhos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F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Noite</a:t>
            </a:r>
            <a:r>
              <a:rPr lang="en-US" sz="8000" dirty="0">
                <a:cs typeface="Arial" panose="020B0604020202020204" pitchFamily="34" charset="0"/>
              </a:rPr>
              <a:t> do </a:t>
            </a:r>
            <a:r>
              <a:rPr lang="en-US" sz="8000" dirty="0" err="1">
                <a:cs typeface="Arial" panose="020B0604020202020204" pitchFamily="34" charset="0"/>
              </a:rPr>
              <a:t>Nosso</a:t>
            </a:r>
            <a:r>
              <a:rPr lang="en-US" sz="8000" dirty="0">
                <a:cs typeface="Arial" panose="020B0604020202020204" pitchFamily="34" charset="0"/>
              </a:rPr>
              <a:t> Amor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5411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1AFE7-CE66-E839-A7F2-CC7347150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969736-F3A0-4126-3DE4-EECD7FBD0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592796"/>
            <a:ext cx="11809312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Bugio</a:t>
            </a:r>
            <a:r>
              <a:rPr lang="en-US" sz="8000" dirty="0">
                <a:cs typeface="Arial" panose="020B0604020202020204" pitchFamily="34" charset="0"/>
              </a:rPr>
              <a:t> do Bailes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Bugio</a:t>
            </a:r>
            <a:r>
              <a:rPr lang="en-US" sz="8000" dirty="0">
                <a:cs typeface="Arial" panose="020B0604020202020204" pitchFamily="34" charset="0"/>
              </a:rPr>
              <a:t> Novo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8218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0EC19-705E-877A-50C2-47D90E39B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35095-056C-C09A-82E0-89DC00C42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2492896"/>
            <a:ext cx="11809312" cy="1476164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Chimango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5628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5ECA1-6ECC-20AD-DD55-291C28CCD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C0C841-8EC8-DE15-C2F6-CD0A863D6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2492896"/>
            <a:ext cx="11809312" cy="1476164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000" dirty="0">
                <a:cs typeface="Arial" panose="020B0604020202020204" pitchFamily="34" charset="0"/>
              </a:rPr>
              <a:t>Herr Schmitt</a:t>
            </a:r>
            <a:endParaRPr lang="pt-BR" sz="80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903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6BFEF-CB22-4638-2C72-2E2E75F24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1F9346-8CED-A453-696F-E7F446EBB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2492896"/>
            <a:ext cx="11809312" cy="1476164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000" dirty="0">
                <a:cs typeface="Arial" panose="020B0604020202020204" pitchFamily="34" charset="0"/>
              </a:rPr>
              <a:t>O </a:t>
            </a:r>
            <a:r>
              <a:rPr lang="en-US" sz="8000" dirty="0" err="1">
                <a:cs typeface="Arial" panose="020B0604020202020204" pitchFamily="34" charset="0"/>
              </a:rPr>
              <a:t>Alemão</a:t>
            </a:r>
            <a:r>
              <a:rPr lang="en-US" sz="8000" dirty="0">
                <a:cs typeface="Arial" panose="020B0604020202020204" pitchFamily="34" charset="0"/>
              </a:rPr>
              <a:t> do Zap </a:t>
            </a:r>
            <a:r>
              <a:rPr lang="en-US" sz="8000" dirty="0" err="1">
                <a:cs typeface="Arial" panose="020B0604020202020204" pitchFamily="34" charset="0"/>
              </a:rPr>
              <a:t>Zap</a:t>
            </a:r>
            <a:endParaRPr lang="pt-BR" sz="80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1773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2CC41-1EBE-2253-4B14-9EFF0D157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E32E59-D488-6CFE-2551-BA5EBEA85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92696"/>
            <a:ext cx="12192000" cy="583264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Novela</a:t>
            </a:r>
            <a:r>
              <a:rPr lang="en-US" sz="9000" dirty="0">
                <a:cs typeface="Arial" panose="020B0604020202020204" pitchFamily="34" charset="0"/>
              </a:rPr>
              <a:t> da 8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Gosto</a:t>
            </a:r>
            <a:r>
              <a:rPr lang="en-US" sz="8000" dirty="0">
                <a:cs typeface="Arial" panose="020B0604020202020204" pitchFamily="34" charset="0"/>
              </a:rPr>
              <a:t> q me </a:t>
            </a:r>
            <a:r>
              <a:rPr lang="en-US" sz="8000" dirty="0" err="1">
                <a:cs typeface="Arial" panose="020B0604020202020204" pitchFamily="34" charset="0"/>
              </a:rPr>
              <a:t>enrosco</a:t>
            </a:r>
            <a:r>
              <a:rPr lang="en-US" sz="8000" dirty="0">
                <a:cs typeface="Arial" panose="020B0604020202020204" pitchFamily="34" charset="0"/>
              </a:rPr>
              <a:t> 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Baile Bom </a:t>
            </a:r>
            <a:r>
              <a:rPr lang="pt-BR" sz="9000" dirty="0" err="1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2292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E49A1-A2DF-9486-FDF2-88751CBD5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E17DC3-5C63-01BD-9061-311C6311E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Uma </a:t>
            </a:r>
            <a:r>
              <a:rPr lang="en-US" sz="9000" dirty="0" err="1">
                <a:cs typeface="Arial" panose="020B0604020202020204" pitchFamily="34" charset="0"/>
              </a:rPr>
              <a:t>só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cs typeface="Arial" panose="020B0604020202020204" pitchFamily="34" charset="0"/>
              </a:rPr>
              <a:t>Lajota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Último </a:t>
            </a:r>
            <a:r>
              <a:rPr lang="en-US" sz="9000" dirty="0" err="1">
                <a:cs typeface="Arial" panose="020B0604020202020204" pitchFamily="34" charset="0"/>
              </a:rPr>
              <a:t>Baile</a:t>
            </a:r>
            <a:r>
              <a:rPr lang="en-US" sz="9000" dirty="0">
                <a:cs typeface="Arial" panose="020B0604020202020204" pitchFamily="34" charset="0"/>
              </a:rPr>
              <a:t> 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Cunhado </a:t>
            </a:r>
            <a:r>
              <a:rPr lang="pt-BR" sz="9000" dirty="0" err="1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9247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BE451-8A44-2F9C-BA6B-FDE0FAEFF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3B3246-BA93-474C-825C-1CF243AE6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Heyo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cs typeface="Arial" panose="020B0604020202020204" pitchFamily="34" charset="0"/>
              </a:rPr>
              <a:t>Heyo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Kerb</a:t>
            </a:r>
            <a:r>
              <a:rPr lang="en-US" sz="9000" dirty="0">
                <a:cs typeface="Arial" panose="020B0604020202020204" pitchFamily="34" charset="0"/>
              </a:rPr>
              <a:t> Fest </a:t>
            </a:r>
            <a:r>
              <a:rPr lang="en-US" sz="9000" dirty="0" err="1">
                <a:solidFill>
                  <a:srgbClr val="FF0000"/>
                </a:solidFill>
                <a:cs typeface="Arial" panose="020B0604020202020204" pitchFamily="34" charset="0"/>
              </a:rPr>
              <a:t>Dó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-Sol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Melô do Rolo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Dó</a:t>
            </a:r>
          </a:p>
        </p:txBody>
      </p:sp>
    </p:spTree>
    <p:extLst>
      <p:ext uri="{BB962C8B-B14F-4D97-AF65-F5344CB8AC3E}">
        <p14:creationId xmlns:p14="http://schemas.microsoft.com/office/powerpoint/2010/main" val="5879438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0C214-64FD-DA62-2635-98FCB9342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04DB9D-B5F9-E964-D53D-8BE608AA1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Jezts</a:t>
            </a:r>
            <a:r>
              <a:rPr lang="en-US" sz="9000" dirty="0">
                <a:cs typeface="Arial" panose="020B0604020202020204" pitchFamily="34" charset="0"/>
              </a:rPr>
              <a:t> Guet’s Los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Ole </a:t>
            </a:r>
            <a:r>
              <a:rPr lang="en-US" sz="9000" dirty="0" err="1">
                <a:cs typeface="Arial" panose="020B0604020202020204" pitchFamily="34" charset="0"/>
              </a:rPr>
              <a:t>Ole</a:t>
            </a:r>
            <a:r>
              <a:rPr lang="en-US" sz="9000" dirty="0">
                <a:cs typeface="Arial" panose="020B0604020202020204" pitchFamily="34" charset="0"/>
              </a:rPr>
              <a:t> Ola 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Então Libera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</a:p>
        </p:txBody>
      </p:sp>
    </p:spTree>
    <p:extLst>
      <p:ext uri="{BB962C8B-B14F-4D97-AF65-F5344CB8AC3E}">
        <p14:creationId xmlns:p14="http://schemas.microsoft.com/office/powerpoint/2010/main" val="13486628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9D1C3-9E86-8A73-3EA8-C798607B8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47637B-CEDC-B982-B5AF-968726834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Perigosa</a:t>
            </a:r>
            <a:r>
              <a:rPr lang="en-US" sz="9000" dirty="0">
                <a:cs typeface="Arial" panose="020B0604020202020204" pitchFamily="34" charset="0"/>
              </a:rPr>
              <a:t> e Linda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Alô</a:t>
            </a:r>
            <a:r>
              <a:rPr lang="en-US" sz="9000" dirty="0">
                <a:cs typeface="Arial" panose="020B0604020202020204" pitchFamily="34" charset="0"/>
              </a:rPr>
              <a:t>  Meu Amor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Bar da Esquina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0256969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113EC-BB4C-6803-3C30-DF19B2D25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7E3B71-6A5F-4146-C459-0346B4B83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Barco do Amor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Polka do Fritz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Gastando a Sola </a:t>
            </a:r>
            <a:r>
              <a:rPr lang="pt-BR" sz="9000" dirty="0" err="1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9539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BD932-52AF-3B35-4D15-79B4D7F2D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35F947-4697-23B1-1624-4CCEBCF21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92" y="1052736"/>
            <a:ext cx="12192000" cy="475252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7200" dirty="0">
                <a:cs typeface="Arial" panose="020B0604020202020204" pitchFamily="34" charset="0"/>
              </a:rPr>
              <a:t>Casamento da </a:t>
            </a:r>
            <a:r>
              <a:rPr lang="en-US" sz="7200" dirty="0" err="1">
                <a:cs typeface="Arial" panose="020B0604020202020204" pitchFamily="34" charset="0"/>
              </a:rPr>
              <a:t>Doralice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F#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Capricha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 err="1">
                <a:cs typeface="Arial" panose="020B0604020202020204" pitchFamily="34" charset="0"/>
              </a:rPr>
              <a:t>Gaiteiro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F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8000" dirty="0">
                <a:cs typeface="Arial" panose="020B0604020202020204" pitchFamily="34" charset="0"/>
              </a:rPr>
              <a:t>Roda Morena </a:t>
            </a:r>
            <a:r>
              <a:rPr lang="pt-BR" sz="8000" dirty="0">
                <a:solidFill>
                  <a:srgbClr val="FF0000"/>
                </a:solidFill>
                <a:cs typeface="Arial" panose="020B0604020202020204" pitchFamily="34" charset="0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6632473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D221A-506C-7418-D249-0C04F9937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1031F0-1C85-255B-9F8C-7FC05EA61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92" y="1052736"/>
            <a:ext cx="12192000" cy="475252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6600" dirty="0" err="1">
                <a:cs typeface="Arial" panose="020B0604020202020204" pitchFamily="34" charset="0"/>
              </a:rPr>
              <a:t>Trancão</a:t>
            </a:r>
            <a:r>
              <a:rPr lang="en-US" sz="6600" dirty="0">
                <a:cs typeface="Arial" panose="020B0604020202020204" pitchFamily="34" charset="0"/>
              </a:rPr>
              <a:t> de </a:t>
            </a:r>
            <a:r>
              <a:rPr lang="en-US" sz="6600" dirty="0" err="1">
                <a:cs typeface="Arial" panose="020B0604020202020204" pitchFamily="34" charset="0"/>
              </a:rPr>
              <a:t>Baile</a:t>
            </a:r>
            <a:endParaRPr lang="pt-BR" sz="66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7200" dirty="0" err="1">
                <a:cs typeface="Arial" panose="020B0604020202020204" pitchFamily="34" charset="0"/>
              </a:rPr>
              <a:t>Trancão</a:t>
            </a:r>
            <a:r>
              <a:rPr lang="en-US" sz="7200" dirty="0">
                <a:cs typeface="Arial" panose="020B0604020202020204" pitchFamily="34" charset="0"/>
              </a:rPr>
              <a:t> de </a:t>
            </a:r>
            <a:r>
              <a:rPr lang="en-US" sz="7200" dirty="0" err="1">
                <a:cs typeface="Arial" panose="020B0604020202020204" pitchFamily="34" charset="0"/>
              </a:rPr>
              <a:t>Livramento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7200" dirty="0">
                <a:cs typeface="Arial" panose="020B0604020202020204" pitchFamily="34" charset="0"/>
              </a:rPr>
              <a:t>Tranco Véio Fandangueiro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9718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73837-82A0-8779-9E35-A8AA8EA74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6A728E-9F62-9823-2AA2-E046106DC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Do Fundo da </a:t>
            </a:r>
            <a:r>
              <a:rPr lang="en-US" sz="9000" dirty="0" err="1">
                <a:cs typeface="Arial" panose="020B0604020202020204" pitchFamily="34" charset="0"/>
              </a:rPr>
              <a:t>Grota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Nossa</a:t>
            </a:r>
            <a:r>
              <a:rPr lang="en-US" sz="9000" dirty="0">
                <a:cs typeface="Arial" panose="020B0604020202020204" pitchFamily="34" charset="0"/>
              </a:rPr>
              <a:t> Vaneira 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Criado em Galpão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8936908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E8720-B4AC-D44D-44A4-A0EBC5886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85056A-0AA9-451F-D849-01B2242A7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Ai eu Bebo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Bebendo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cs typeface="Arial" panose="020B0604020202020204" pitchFamily="34" charset="0"/>
              </a:rPr>
              <a:t>Demais</a:t>
            </a:r>
            <a:r>
              <a:rPr lang="en-US" sz="9000" dirty="0">
                <a:cs typeface="Arial" panose="020B0604020202020204" pitchFamily="34" charset="0"/>
              </a:rPr>
              <a:t> 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Bagual Corcoveador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261461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489CD-A7F9-67BB-9A21-016EF3693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73861B-FECE-72D1-0937-5D4F4AEC6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Bombacha</a:t>
            </a:r>
            <a:r>
              <a:rPr lang="en-US" sz="9000" dirty="0">
                <a:cs typeface="Arial" panose="020B0604020202020204" pitchFamily="34" charset="0"/>
              </a:rPr>
              <a:t> Preta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F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Trancão</a:t>
            </a:r>
            <a:r>
              <a:rPr lang="en-US" sz="9000" dirty="0">
                <a:cs typeface="Arial" panose="020B0604020202020204" pitchFamily="34" charset="0"/>
              </a:rPr>
              <a:t> de </a:t>
            </a:r>
            <a:r>
              <a:rPr lang="en-US" sz="9000" dirty="0" err="1">
                <a:cs typeface="Arial" panose="020B0604020202020204" pitchFamily="34" charset="0"/>
              </a:rPr>
              <a:t>Baile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A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Barquinho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32658274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C8BFD-E20B-2C0E-D14D-33536260D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9DB15F-216A-91A4-FA15-5D4091668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Barquinha</a:t>
            </a:r>
            <a:r>
              <a:rPr lang="en-US" sz="9000" dirty="0">
                <a:cs typeface="Arial" panose="020B0604020202020204" pitchFamily="34" charset="0"/>
              </a:rPr>
              <a:t> de </a:t>
            </a:r>
            <a:r>
              <a:rPr lang="en-US" sz="9000" dirty="0" err="1">
                <a:cs typeface="Arial" panose="020B0604020202020204" pitchFamily="34" charset="0"/>
              </a:rPr>
              <a:t>Ouro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F#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O </a:t>
            </a:r>
            <a:r>
              <a:rPr lang="en-US" sz="9000" dirty="0" err="1">
                <a:cs typeface="Arial" panose="020B0604020202020204" pitchFamily="34" charset="0"/>
              </a:rPr>
              <a:t>dia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cs typeface="Arial" panose="020B0604020202020204" pitchFamily="34" charset="0"/>
              </a:rPr>
              <a:t>vai</a:t>
            </a:r>
            <a:r>
              <a:rPr lang="en-US" sz="9000" dirty="0">
                <a:cs typeface="Arial" panose="020B0604020202020204" pitchFamily="34" charset="0"/>
              </a:rPr>
              <a:t> a </a:t>
            </a:r>
            <a:r>
              <a:rPr lang="en-US" sz="9000" dirty="0" err="1">
                <a:cs typeface="Arial" panose="020B0604020202020204" pitchFamily="34" charset="0"/>
              </a:rPr>
              <a:t>noite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cs typeface="Arial" panose="020B0604020202020204" pitchFamily="34" charset="0"/>
              </a:rPr>
              <a:t>vem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F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Fica Amor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3741081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9A1DE-A81F-4D00-5DE1-CC843ECE2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47554F-389C-851D-DFB9-E5E2D46BF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04864"/>
            <a:ext cx="12192000" cy="1908212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A Festa é com Rota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548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DF1C0-7A85-86ED-DB66-D7614CD1D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6954DC-86DB-361C-8DBE-1DF5D653C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592796"/>
            <a:ext cx="11809312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7200" dirty="0" err="1">
                <a:cs typeface="Arial" panose="020B0604020202020204" pitchFamily="34" charset="0"/>
              </a:rPr>
              <a:t>Nosso</a:t>
            </a:r>
            <a:r>
              <a:rPr lang="en-US" sz="7200" dirty="0">
                <a:cs typeface="Arial" panose="020B0604020202020204" pitchFamily="34" charset="0"/>
              </a:rPr>
              <a:t> Amor </a:t>
            </a:r>
            <a:r>
              <a:rPr lang="en-US" sz="7200" dirty="0" err="1">
                <a:cs typeface="Arial" panose="020B0604020202020204" pitchFamily="34" charset="0"/>
              </a:rPr>
              <a:t>Terminou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>
                <a:cs typeface="Arial" panose="020B0604020202020204" pitchFamily="34" charset="0"/>
              </a:rPr>
              <a:t>Estrada da Vida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1428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B2A0E-4CC3-E929-FA70-C0F45AFEB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46509A-21E4-20D6-D1E5-BD006E2B7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Dobrado</a:t>
            </a:r>
            <a:r>
              <a:rPr lang="en-US" sz="9000" dirty="0">
                <a:cs typeface="Arial" panose="020B0604020202020204" pitchFamily="34" charset="0"/>
              </a:rPr>
              <a:t> Violeta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Dobrado</a:t>
            </a:r>
            <a:r>
              <a:rPr lang="en-US" sz="9000" dirty="0">
                <a:cs typeface="Arial" panose="020B0604020202020204" pitchFamily="34" charset="0"/>
              </a:rPr>
              <a:t> do Cris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Bebo Todas </a:t>
            </a:r>
            <a:r>
              <a:rPr lang="pt-BR" sz="9000" dirty="0" err="1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7827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FA95D-7A21-274C-9D58-F3CB46323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B4C2F-FC2D-4E8B-A3A2-79306FBC8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592796"/>
            <a:ext cx="11809312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Tenente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 err="1">
                <a:cs typeface="Arial" panose="020B0604020202020204" pitchFamily="34" charset="0"/>
              </a:rPr>
              <a:t>Parranhos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>
                <a:cs typeface="Arial" panose="020B0604020202020204" pitchFamily="34" charset="0"/>
              </a:rPr>
              <a:t>Ponto Chik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3042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1E623-C81E-C9C9-0369-8A3DE2197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FF13D3-EE90-BA85-6C1A-A48AED0A5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592796"/>
            <a:ext cx="11809312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000" dirty="0">
                <a:cs typeface="Arial" panose="020B0604020202020204" pitchFamily="34" charset="0"/>
              </a:rPr>
              <a:t>Em </a:t>
            </a:r>
            <a:r>
              <a:rPr lang="en-US" sz="8000" dirty="0" err="1">
                <a:cs typeface="Arial" panose="020B0604020202020204" pitchFamily="34" charset="0"/>
              </a:rPr>
              <a:t>Frente</a:t>
            </a:r>
            <a:r>
              <a:rPr lang="en-US" sz="8000" dirty="0">
                <a:cs typeface="Arial" panose="020B0604020202020204" pitchFamily="34" charset="0"/>
              </a:rPr>
              <a:t> a </a:t>
            </a:r>
            <a:r>
              <a:rPr lang="en-US" sz="8000" dirty="0" err="1">
                <a:cs typeface="Arial" panose="020B0604020202020204" pitchFamily="34" charset="0"/>
              </a:rPr>
              <a:t>Matriz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Beijinho</a:t>
            </a:r>
            <a:r>
              <a:rPr lang="en-US" sz="8000" dirty="0">
                <a:cs typeface="Arial" panose="020B0604020202020204" pitchFamily="34" charset="0"/>
              </a:rPr>
              <a:t> Doce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1887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D2C82-5541-6CA4-0A24-8158B6065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131B6F-BD1A-3EEE-45DE-C8DF003DC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80728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Fliegerlied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La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8000" dirty="0" err="1">
                <a:cs typeface="Arial" panose="020B0604020202020204" pitchFamily="34" charset="0"/>
              </a:rPr>
              <a:t>Centop</a:t>
            </a:r>
            <a:r>
              <a:rPr lang="en-US" sz="8000" dirty="0" err="1">
                <a:cs typeface="Arial" panose="020B0604020202020204" pitchFamily="34" charset="0"/>
              </a:rPr>
              <a:t>éia</a:t>
            </a:r>
            <a:r>
              <a:rPr lang="en-US" sz="8000" dirty="0">
                <a:cs typeface="Arial" panose="020B0604020202020204" pitchFamily="34" charset="0"/>
              </a:rPr>
              <a:t> do Chopp</a:t>
            </a:r>
            <a:r>
              <a:rPr lang="pt-BR" sz="8000" dirty="0">
                <a:cs typeface="Arial" panose="020B0604020202020204" pitchFamily="34" charset="0"/>
              </a:rPr>
              <a:t> </a:t>
            </a:r>
            <a:r>
              <a:rPr lang="pt-BR" sz="80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</a:p>
          <a:p>
            <a:pPr algn="ctr">
              <a:buNone/>
            </a:pPr>
            <a:r>
              <a:rPr lang="pt-BR" sz="8000" dirty="0">
                <a:cs typeface="Arial" panose="020B0604020202020204" pitchFamily="34" charset="0"/>
              </a:rPr>
              <a:t>Segue a Frida </a:t>
            </a:r>
            <a:r>
              <a:rPr lang="pt-BR" sz="80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</a:p>
        </p:txBody>
      </p:sp>
    </p:spTree>
    <p:extLst>
      <p:ext uri="{BB962C8B-B14F-4D97-AF65-F5344CB8AC3E}">
        <p14:creationId xmlns:p14="http://schemas.microsoft.com/office/powerpoint/2010/main" val="14879832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9D92B-2295-1B43-94F7-E40104261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8B6959-0F92-D097-1A40-EB5734B25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7200" dirty="0">
                <a:cs typeface="Arial" panose="020B0604020202020204" pitchFamily="34" charset="0"/>
              </a:rPr>
              <a:t>Fim de Semana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A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7200" dirty="0" err="1">
                <a:cs typeface="Arial" panose="020B0604020202020204" pitchFamily="34" charset="0"/>
              </a:rPr>
              <a:t>Rosto</a:t>
            </a:r>
            <a:r>
              <a:rPr lang="en-US" sz="7200" dirty="0">
                <a:cs typeface="Arial" panose="020B0604020202020204" pitchFamily="34" charset="0"/>
              </a:rPr>
              <a:t> Desmaquiado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7200" dirty="0">
                <a:cs typeface="Arial" panose="020B0604020202020204" pitchFamily="34" charset="0"/>
              </a:rPr>
              <a:t>Sem Amor Ninguém Vive </a:t>
            </a:r>
            <a:r>
              <a:rPr lang="pt-BR" sz="72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</a:p>
          <a:p>
            <a:pPr algn="ctr">
              <a:buNone/>
            </a:pPr>
            <a:r>
              <a:rPr lang="pt-BR" sz="7200" dirty="0">
                <a:cs typeface="Arial" panose="020B0604020202020204" pitchFamily="34" charset="0"/>
              </a:rPr>
              <a:t>Alice </a:t>
            </a:r>
            <a:r>
              <a:rPr lang="pt-BR" sz="7200" dirty="0">
                <a:solidFill>
                  <a:srgbClr val="FF0000"/>
                </a:solidFill>
                <a:cs typeface="Arial" panose="020B0604020202020204" pitchFamily="34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4625783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16752-B86A-5B95-1CBD-8F8A60EFA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142D2F-9BA3-40F3-BA86-1AC08D532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8640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Moreninha</a:t>
            </a:r>
            <a:r>
              <a:rPr lang="en-US" sz="8000" dirty="0">
                <a:cs typeface="Arial" panose="020B0604020202020204" pitchFamily="34" charset="0"/>
              </a:rPr>
              <a:t> Linda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F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>
                <a:cs typeface="Arial" panose="020B0604020202020204" pitchFamily="34" charset="0"/>
              </a:rPr>
              <a:t>Se a Casa </a:t>
            </a:r>
            <a:r>
              <a:rPr lang="en-US" sz="8000" dirty="0" err="1">
                <a:cs typeface="Arial" panose="020B0604020202020204" pitchFamily="34" charset="0"/>
              </a:rPr>
              <a:t>Cair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8000" dirty="0">
                <a:cs typeface="Arial" panose="020B0604020202020204" pitchFamily="34" charset="0"/>
              </a:rPr>
              <a:t>Mulher Chorona </a:t>
            </a:r>
            <a:r>
              <a:rPr lang="pt-BR" sz="80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</a:p>
          <a:p>
            <a:pPr algn="ctr">
              <a:buNone/>
            </a:pPr>
            <a:r>
              <a:rPr lang="pt-BR" sz="8000" dirty="0">
                <a:cs typeface="Arial" panose="020B0604020202020204" pitchFamily="34" charset="0"/>
              </a:rPr>
              <a:t>Sola da Bota </a:t>
            </a:r>
            <a:r>
              <a:rPr lang="pt-BR" sz="8000" dirty="0">
                <a:solidFill>
                  <a:srgbClr val="FF0000"/>
                </a:solidFill>
                <a:cs typeface="Arial" panose="020B0604020202020204" pitchFamily="34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749711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A11BF-6460-5853-F301-118DF3A0D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BBADB7-6E0C-E2AF-E6E0-7C3CBCC73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Pintou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cs typeface="Arial" panose="020B0604020202020204" pitchFamily="34" charset="0"/>
              </a:rPr>
              <a:t>uma</a:t>
            </a:r>
            <a:r>
              <a:rPr lang="en-US" sz="9000" dirty="0">
                <a:cs typeface="Arial" panose="020B0604020202020204" pitchFamily="34" charset="0"/>
              </a:rPr>
              <a:t> Paixão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Algo me Diz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Ele te Trai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</a:p>
        </p:txBody>
      </p:sp>
    </p:spTree>
    <p:extLst>
      <p:ext uri="{BB962C8B-B14F-4D97-AF65-F5344CB8AC3E}">
        <p14:creationId xmlns:p14="http://schemas.microsoft.com/office/powerpoint/2010/main" val="21534467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54DB8-9873-F87A-4858-EDE784947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E3D7BD-FCF2-4BF7-6DD9-614F0EE03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592796"/>
            <a:ext cx="11809312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000" dirty="0">
                <a:cs typeface="Arial" panose="020B0604020202020204" pitchFamily="34" charset="0"/>
              </a:rPr>
              <a:t>25 Anos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>
                <a:cs typeface="Arial" panose="020B0604020202020204" pitchFamily="34" charset="0"/>
              </a:rPr>
              <a:t>Isabela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1724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BAC98-51A4-EFF7-C53E-02AC85604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E7C43D-F11E-267E-2471-C8F6AF959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Lembranças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F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Estrada da Vida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Bb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Assino com X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Bb</a:t>
            </a:r>
          </a:p>
        </p:txBody>
      </p:sp>
    </p:spTree>
    <p:extLst>
      <p:ext uri="{BB962C8B-B14F-4D97-AF65-F5344CB8AC3E}">
        <p14:creationId xmlns:p14="http://schemas.microsoft.com/office/powerpoint/2010/main" val="24165468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D51B6-85B4-16DB-9D98-99B6711A9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F2A267-D205-6F0F-B04C-50F13615C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Querência</a:t>
            </a:r>
            <a:r>
              <a:rPr lang="en-US" sz="9000" dirty="0">
                <a:cs typeface="Arial" panose="020B0604020202020204" pitchFamily="34" charset="0"/>
              </a:rPr>
              <a:t> Amada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Sistema Antigo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C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Revoltoso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Bb</a:t>
            </a:r>
          </a:p>
        </p:txBody>
      </p:sp>
    </p:spTree>
    <p:extLst>
      <p:ext uri="{BB962C8B-B14F-4D97-AF65-F5344CB8AC3E}">
        <p14:creationId xmlns:p14="http://schemas.microsoft.com/office/powerpoint/2010/main" val="22312671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05644-A83D-E73A-B8DC-485FFAA72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DF05B3-5CEF-4FA2-EE8C-3577343D8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0688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800" dirty="0">
                <a:cs typeface="Arial" panose="020B0604020202020204" pitchFamily="34" charset="0"/>
              </a:rPr>
              <a:t>Panela Velha </a:t>
            </a: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B</a:t>
            </a:r>
            <a:endParaRPr lang="pt-BR" sz="8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800" dirty="0" err="1">
                <a:cs typeface="Arial" panose="020B0604020202020204" pitchFamily="34" charset="0"/>
              </a:rPr>
              <a:t>Adeus</a:t>
            </a:r>
            <a:r>
              <a:rPr lang="en-US" sz="8800" dirty="0">
                <a:cs typeface="Arial" panose="020B0604020202020204" pitchFamily="34" charset="0"/>
              </a:rPr>
              <a:t> Mariana </a:t>
            </a: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  <a:endParaRPr lang="pt-BR" sz="8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8800" dirty="0">
                <a:cs typeface="Arial" panose="020B0604020202020204" pitchFamily="34" charset="0"/>
              </a:rPr>
              <a:t>Mocinhas da Cidade </a:t>
            </a:r>
            <a:r>
              <a:rPr lang="pt-BR" sz="88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7252709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62506-EBCA-FBD3-7738-FF80B34BB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B7029A-C08C-AD34-CE73-F71B89475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0688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800" dirty="0">
                <a:cs typeface="Arial" panose="020B0604020202020204" pitchFamily="34" charset="0"/>
              </a:rPr>
              <a:t>Nada </a:t>
            </a:r>
            <a:r>
              <a:rPr lang="en-US" sz="8800" dirty="0" err="1">
                <a:cs typeface="Arial" panose="020B0604020202020204" pitchFamily="34" charset="0"/>
              </a:rPr>
              <a:t>Mudou</a:t>
            </a:r>
            <a:r>
              <a:rPr lang="en-US" sz="8800" dirty="0">
                <a:cs typeface="Arial" panose="020B0604020202020204" pitchFamily="34" charset="0"/>
              </a:rPr>
              <a:t> </a:t>
            </a: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B</a:t>
            </a:r>
            <a:endParaRPr lang="pt-BR" sz="8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800" dirty="0">
                <a:cs typeface="Arial" panose="020B0604020202020204" pitchFamily="34" charset="0"/>
              </a:rPr>
              <a:t>Eu </a:t>
            </a:r>
            <a:r>
              <a:rPr lang="en-US" sz="8800" dirty="0" err="1">
                <a:cs typeface="Arial" panose="020B0604020202020204" pitchFamily="34" charset="0"/>
              </a:rPr>
              <a:t>Duvido</a:t>
            </a:r>
            <a:r>
              <a:rPr lang="en-US" sz="8800" dirty="0">
                <a:cs typeface="Arial" panose="020B0604020202020204" pitchFamily="34" charset="0"/>
              </a:rPr>
              <a:t> </a:t>
            </a: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  <a:endParaRPr lang="pt-BR" sz="8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8800" dirty="0">
                <a:cs typeface="Arial" panose="020B0604020202020204" pitchFamily="34" charset="0"/>
              </a:rPr>
              <a:t>Isso Não é Amor </a:t>
            </a:r>
            <a:r>
              <a:rPr lang="pt-BR" sz="8800" dirty="0">
                <a:solidFill>
                  <a:srgbClr val="FF0000"/>
                </a:solidFill>
                <a:cs typeface="Arial" panose="020B0604020202020204" pitchFamily="34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7923613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C4935-97D7-A9E5-DC61-1B07C9F5B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9EC13D-EECC-1479-6EE5-B91D1FF48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0688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800" dirty="0">
                <a:cs typeface="Arial" panose="020B0604020202020204" pitchFamily="34" charset="0"/>
              </a:rPr>
              <a:t>As </a:t>
            </a:r>
            <a:r>
              <a:rPr lang="en-US" sz="8800" dirty="0" err="1">
                <a:cs typeface="Arial" panose="020B0604020202020204" pitchFamily="34" charset="0"/>
              </a:rPr>
              <a:t>Andorinhas</a:t>
            </a:r>
            <a:r>
              <a:rPr lang="en-US" sz="8800" dirty="0">
                <a:cs typeface="Arial" panose="020B0604020202020204" pitchFamily="34" charset="0"/>
              </a:rPr>
              <a:t> </a:t>
            </a: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  <a:endParaRPr lang="pt-BR" sz="8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800" dirty="0" err="1">
                <a:cs typeface="Arial" panose="020B0604020202020204" pitchFamily="34" charset="0"/>
              </a:rPr>
              <a:t>Fuscão</a:t>
            </a:r>
            <a:r>
              <a:rPr lang="en-US" sz="8800" dirty="0">
                <a:cs typeface="Arial" panose="020B0604020202020204" pitchFamily="34" charset="0"/>
              </a:rPr>
              <a:t> Preto </a:t>
            </a: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  <a:endParaRPr lang="pt-BR" sz="8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8800" dirty="0">
                <a:cs typeface="Arial" panose="020B0604020202020204" pitchFamily="34" charset="0"/>
              </a:rPr>
              <a:t>O Que Tem a Rosa </a:t>
            </a:r>
            <a:r>
              <a:rPr lang="pt-BR" sz="88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41894186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A5346-2F7A-B6E2-30A1-D9ABEBB6F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A33DB7-C32C-9C68-BDDC-5601E47D8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12" y="0"/>
            <a:ext cx="12192000" cy="6858000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4800" dirty="0">
                <a:cs typeface="Arial" panose="020B0604020202020204" pitchFamily="34" charset="0"/>
              </a:rPr>
              <a:t>Whisky a </a:t>
            </a:r>
            <a:r>
              <a:rPr lang="en-US" sz="4800" dirty="0" err="1">
                <a:cs typeface="Arial" panose="020B0604020202020204" pitchFamily="34" charset="0"/>
              </a:rPr>
              <a:t>gogo</a:t>
            </a:r>
            <a:r>
              <a:rPr lang="en-US" sz="4800" dirty="0">
                <a:cs typeface="Arial" panose="020B0604020202020204" pitchFamily="34" charset="0"/>
              </a:rPr>
              <a:t> </a:t>
            </a:r>
            <a:r>
              <a:rPr lang="en-US" sz="48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  <a:endParaRPr lang="pt-BR" sz="4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4800" dirty="0">
                <a:cs typeface="Arial" panose="020B0604020202020204" pitchFamily="34" charset="0"/>
              </a:rPr>
              <a:t>Ana Julia </a:t>
            </a:r>
            <a:r>
              <a:rPr lang="en-US" sz="48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  <a:endParaRPr lang="pt-BR" sz="4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4800" dirty="0">
                <a:cs typeface="Arial" panose="020B0604020202020204" pitchFamily="34" charset="0"/>
              </a:rPr>
              <a:t>Roda </a:t>
            </a:r>
            <a:r>
              <a:rPr lang="pt-BR" sz="4800" dirty="0" err="1">
                <a:cs typeface="Arial" panose="020B0604020202020204" pitchFamily="34" charset="0"/>
              </a:rPr>
              <a:t>Roda</a:t>
            </a:r>
            <a:r>
              <a:rPr lang="pt-BR" sz="4800" dirty="0">
                <a:cs typeface="Arial" panose="020B0604020202020204" pitchFamily="34" charset="0"/>
              </a:rPr>
              <a:t> Vira </a:t>
            </a:r>
            <a:r>
              <a:rPr lang="pt-BR" sz="48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</a:p>
          <a:p>
            <a:pPr algn="ctr">
              <a:buNone/>
            </a:pPr>
            <a:r>
              <a:rPr lang="en-US" sz="4800" dirty="0">
                <a:cs typeface="Arial" panose="020B0604020202020204" pitchFamily="34" charset="0"/>
              </a:rPr>
              <a:t>Chopis </a:t>
            </a:r>
            <a:r>
              <a:rPr lang="en-US" sz="4800" dirty="0" err="1">
                <a:cs typeface="Arial" panose="020B0604020202020204" pitchFamily="34" charset="0"/>
              </a:rPr>
              <a:t>Centis</a:t>
            </a:r>
            <a:r>
              <a:rPr lang="en-US" sz="4800" dirty="0">
                <a:cs typeface="Arial" panose="020B0604020202020204" pitchFamily="34" charset="0"/>
              </a:rPr>
              <a:t> </a:t>
            </a:r>
            <a:r>
              <a:rPr lang="en-US" sz="48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  <a:endParaRPr lang="pt-BR" sz="4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4800" dirty="0">
                <a:cs typeface="Arial" panose="020B0604020202020204" pitchFamily="34" charset="0"/>
              </a:rPr>
              <a:t>Só </a:t>
            </a:r>
            <a:r>
              <a:rPr lang="en-US" sz="4800" dirty="0" err="1">
                <a:cs typeface="Arial" panose="020B0604020202020204" pitchFamily="34" charset="0"/>
              </a:rPr>
              <a:t>uma</a:t>
            </a:r>
            <a:r>
              <a:rPr lang="en-US" sz="4800" dirty="0">
                <a:cs typeface="Arial" panose="020B0604020202020204" pitchFamily="34" charset="0"/>
              </a:rPr>
              <a:t> </a:t>
            </a:r>
            <a:r>
              <a:rPr lang="en-US" sz="4800" dirty="0" err="1">
                <a:cs typeface="Arial" panose="020B0604020202020204" pitchFamily="34" charset="0"/>
              </a:rPr>
              <a:t>Canção</a:t>
            </a:r>
            <a:endParaRPr lang="pt-BR" sz="4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4800" dirty="0">
                <a:cs typeface="Arial" panose="020B0604020202020204" pitchFamily="34" charset="0"/>
              </a:rPr>
              <a:t>A sua maneira </a:t>
            </a:r>
            <a:r>
              <a:rPr lang="pt-BR" sz="48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</a:p>
          <a:p>
            <a:pPr algn="ctr">
              <a:buNone/>
            </a:pPr>
            <a:r>
              <a:rPr lang="pt-BR" sz="4800" dirty="0" err="1">
                <a:cs typeface="Arial" panose="020B0604020202020204" pitchFamily="34" charset="0"/>
              </a:rPr>
              <a:t>Brasilia</a:t>
            </a:r>
            <a:r>
              <a:rPr lang="pt-BR" sz="4800" dirty="0">
                <a:cs typeface="Arial" panose="020B0604020202020204" pitchFamily="34" charset="0"/>
              </a:rPr>
              <a:t> Amarela </a:t>
            </a:r>
            <a:r>
              <a:rPr lang="pt-BR" sz="48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40601724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32220-304C-7120-64F0-7AF93B826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458B50-0AB2-F992-CC5E-E69009D62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404" y="2582906"/>
            <a:ext cx="10729192" cy="169218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600" dirty="0">
                <a:cs typeface="Arial" panose="020B0604020202020204" pitchFamily="34" charset="0"/>
              </a:rPr>
              <a:t>Whisky a </a:t>
            </a:r>
            <a:r>
              <a:rPr lang="en-US" sz="9600" dirty="0" err="1">
                <a:cs typeface="Arial" panose="020B0604020202020204" pitchFamily="34" charset="0"/>
              </a:rPr>
              <a:t>gogo</a:t>
            </a:r>
            <a:r>
              <a:rPr lang="en-US" sz="9600" dirty="0">
                <a:cs typeface="Arial" panose="020B0604020202020204" pitchFamily="34" charset="0"/>
              </a:rPr>
              <a:t> </a:t>
            </a:r>
            <a:r>
              <a:rPr lang="en-US" sz="96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  <a:endParaRPr lang="pt-BR" sz="96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7439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F6D0A-9C29-08AF-8419-674B47845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2EFC49-6877-52E8-B6FD-390FC62E3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404" y="2582906"/>
            <a:ext cx="10729192" cy="169218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600" dirty="0">
                <a:cs typeface="Arial" panose="020B0604020202020204" pitchFamily="34" charset="0"/>
              </a:rPr>
              <a:t>Ana Julia </a:t>
            </a:r>
            <a:r>
              <a:rPr lang="en-US" sz="96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  <a:endParaRPr lang="pt-BR" sz="96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74080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73A51-16D2-BFEF-7F17-B96D0CBF1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94FBDB-DD37-0509-A6DD-5009EF3F1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404" y="2582906"/>
            <a:ext cx="10729192" cy="169218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pt-BR" sz="9600" dirty="0">
                <a:cs typeface="Arial" panose="020B0604020202020204" pitchFamily="34" charset="0"/>
              </a:rPr>
              <a:t>Roda </a:t>
            </a:r>
            <a:r>
              <a:rPr lang="pt-BR" sz="9600" dirty="0" err="1">
                <a:cs typeface="Arial" panose="020B0604020202020204" pitchFamily="34" charset="0"/>
              </a:rPr>
              <a:t>Roda</a:t>
            </a:r>
            <a:r>
              <a:rPr lang="pt-BR" sz="9600" dirty="0">
                <a:cs typeface="Arial" panose="020B0604020202020204" pitchFamily="34" charset="0"/>
              </a:rPr>
              <a:t> Vira </a:t>
            </a:r>
            <a:r>
              <a:rPr lang="pt-BR" sz="96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41973150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C6BBA-D3C4-26A3-C5C7-C1D613331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382C3-C21A-8E1E-E0A5-5CDF1CD4A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404" y="2582906"/>
            <a:ext cx="10729192" cy="169218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600" dirty="0">
                <a:cs typeface="Arial" panose="020B0604020202020204" pitchFamily="34" charset="0"/>
              </a:rPr>
              <a:t>Chopis Centis </a:t>
            </a:r>
            <a:r>
              <a:rPr lang="en-US" sz="96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  <a:endParaRPr lang="pt-BR" sz="96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4874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8EF9F-13F0-6185-1370-0F67A9450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ACBB56-E26E-392A-D8DB-E6660212C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404" y="2582906"/>
            <a:ext cx="10729192" cy="169218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600" dirty="0">
                <a:cs typeface="Arial" panose="020B0604020202020204" pitchFamily="34" charset="0"/>
              </a:rPr>
              <a:t>Só </a:t>
            </a:r>
            <a:r>
              <a:rPr lang="en-US" sz="9600" dirty="0" err="1">
                <a:cs typeface="Arial" panose="020B0604020202020204" pitchFamily="34" charset="0"/>
              </a:rPr>
              <a:t>uma</a:t>
            </a:r>
            <a:r>
              <a:rPr lang="en-US" sz="9600" dirty="0">
                <a:cs typeface="Arial" panose="020B0604020202020204" pitchFamily="34" charset="0"/>
              </a:rPr>
              <a:t> </a:t>
            </a:r>
            <a:r>
              <a:rPr lang="en-US" sz="9600" dirty="0" err="1">
                <a:cs typeface="Arial" panose="020B0604020202020204" pitchFamily="34" charset="0"/>
              </a:rPr>
              <a:t>Canção</a:t>
            </a:r>
            <a:endParaRPr lang="pt-BR" sz="96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36494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BBCC3-FD39-39FE-7CDD-E627C4C86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1A2113-968D-8515-C3F5-A892FFC44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404" y="2582906"/>
            <a:ext cx="10729192" cy="169218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pt-BR" sz="9600" dirty="0">
                <a:cs typeface="Arial" panose="020B0604020202020204" pitchFamily="34" charset="0"/>
              </a:rPr>
              <a:t>A sua maneira </a:t>
            </a:r>
            <a:r>
              <a:rPr lang="pt-BR" sz="96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6370962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0A43D-3E96-9E0F-EF05-B1BF0C570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F8CE23-9D90-DCD9-C2D6-7E6D9FC75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404" y="2582906"/>
            <a:ext cx="10729192" cy="169218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pt-BR" sz="9600" dirty="0" err="1">
                <a:cs typeface="Arial" panose="020B0604020202020204" pitchFamily="34" charset="0"/>
              </a:rPr>
              <a:t>Brasilia</a:t>
            </a:r>
            <a:r>
              <a:rPr lang="pt-BR" sz="9600" dirty="0">
                <a:cs typeface="Arial" panose="020B0604020202020204" pitchFamily="34" charset="0"/>
              </a:rPr>
              <a:t> Amarela </a:t>
            </a:r>
            <a:r>
              <a:rPr lang="pt-BR" sz="96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7839508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79B5E-51D5-CC6F-C103-505EE3493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6D060-6F7A-F4C1-D2E4-0F0659853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Alambique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Pode </a:t>
            </a:r>
            <a:r>
              <a:rPr lang="en-US" sz="7200" dirty="0" err="1">
                <a:cs typeface="Arial" panose="020B0604020202020204" pitchFamily="34" charset="0"/>
              </a:rPr>
              <a:t>Passar</a:t>
            </a:r>
            <a:r>
              <a:rPr lang="en-US" sz="7200" dirty="0">
                <a:cs typeface="Arial" panose="020B0604020202020204" pitchFamily="34" charset="0"/>
              </a:rPr>
              <a:t> o Rodo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Sofro</a:t>
            </a:r>
            <a:r>
              <a:rPr lang="en-US" sz="7200" dirty="0">
                <a:cs typeface="Arial" panose="020B0604020202020204" pitchFamily="34" charset="0"/>
              </a:rPr>
              <a:t> e Choro </a:t>
            </a:r>
            <a:r>
              <a:rPr lang="en-US" sz="7200" dirty="0" err="1">
                <a:solidFill>
                  <a:srgbClr val="FF0000"/>
                </a:solidFill>
                <a:cs typeface="Arial" panose="020B0604020202020204" pitchFamily="34" charset="0"/>
              </a:rPr>
              <a:t>Ré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buNone/>
            </a:pP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31053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AD9F0-B35F-2D15-A508-D4F12D91C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4091D0-D195-F876-EF51-4B0F6242B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Amor </a:t>
            </a:r>
            <a:r>
              <a:rPr lang="pt-BR" sz="7200" dirty="0" err="1"/>
              <a:t>Carrapixo</a:t>
            </a:r>
            <a:r>
              <a:rPr lang="pt-BR" sz="7200" dirty="0"/>
              <a:t> </a:t>
            </a:r>
            <a:r>
              <a:rPr lang="pt-BR" sz="7200" dirty="0" err="1">
                <a:solidFill>
                  <a:srgbClr val="FF0000"/>
                </a:solidFill>
              </a:rPr>
              <a:t>Mib</a:t>
            </a:r>
            <a:br>
              <a:rPr lang="pt-BR" sz="7200" dirty="0"/>
            </a:br>
            <a:r>
              <a:rPr lang="pt-BR" sz="7200" dirty="0"/>
              <a:t>Casa Cair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Sola Da Bota </a:t>
            </a:r>
            <a:r>
              <a:rPr lang="pt-BR" sz="7200" dirty="0">
                <a:solidFill>
                  <a:srgbClr val="FF0000"/>
                </a:solidFill>
              </a:rPr>
              <a:t>La</a:t>
            </a:r>
            <a:br>
              <a:rPr lang="pt-BR" sz="7200" dirty="0"/>
            </a:br>
            <a:r>
              <a:rPr lang="pt-BR" sz="7200" dirty="0"/>
              <a:t>Garagem Da Vizinha </a:t>
            </a:r>
            <a:r>
              <a:rPr lang="pt-BR" sz="7200" dirty="0">
                <a:solidFill>
                  <a:srgbClr val="FF0000"/>
                </a:solidFill>
              </a:rPr>
              <a:t>Do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33552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7A167-C098-6DE2-837D-3E66E244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EE4D5B-4F39-DB7A-9AFE-865775B1E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3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Barco do Amor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Sem Amor </a:t>
            </a:r>
            <a:r>
              <a:rPr lang="en-US" sz="7200" dirty="0" err="1">
                <a:cs typeface="Arial" panose="020B0604020202020204" pitchFamily="34" charset="0"/>
              </a:rPr>
              <a:t>Ningém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 err="1">
                <a:cs typeface="Arial" panose="020B0604020202020204" pitchFamily="34" charset="0"/>
              </a:rPr>
              <a:t>Vive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 err="1">
                <a:solidFill>
                  <a:srgbClr val="FF0000"/>
                </a:solidFill>
                <a:cs typeface="Arial" panose="020B0604020202020204" pitchFamily="34" charset="0"/>
              </a:rPr>
              <a:t>Ré</a:t>
            </a:r>
            <a:endParaRPr lang="en-US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Rosto</a:t>
            </a:r>
            <a:r>
              <a:rPr lang="en-US" sz="7200" dirty="0">
                <a:cs typeface="Arial" panose="020B0604020202020204" pitchFamily="34" charset="0"/>
              </a:rPr>
              <a:t> Desmaquiado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Vida Cor de Rosa </a:t>
            </a:r>
            <a:r>
              <a:rPr lang="en-US" sz="7200" dirty="0" err="1">
                <a:solidFill>
                  <a:srgbClr val="FF0000"/>
                </a:solidFill>
                <a:cs typeface="Arial" panose="020B0604020202020204" pitchFamily="34" charset="0"/>
              </a:rPr>
              <a:t>Ré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buNone/>
            </a:pP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48689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368F7-8463-5FDF-B0A7-9FD33561A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8799B4-3B8B-F365-674E-1AA758B1E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4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 err="1"/>
              <a:t>Barquinnha</a:t>
            </a:r>
            <a:r>
              <a:rPr lang="pt-BR" sz="7200" dirty="0"/>
              <a:t> De Ouro </a:t>
            </a:r>
            <a:r>
              <a:rPr lang="pt-BR" sz="7200" dirty="0" err="1">
                <a:solidFill>
                  <a:srgbClr val="FF0000"/>
                </a:solidFill>
              </a:rPr>
              <a:t>Fa</a:t>
            </a:r>
            <a:r>
              <a:rPr lang="pt-BR" sz="7200" dirty="0">
                <a:solidFill>
                  <a:srgbClr val="FF0000"/>
                </a:solidFill>
              </a:rPr>
              <a:t>#</a:t>
            </a:r>
            <a:br>
              <a:rPr lang="pt-BR" sz="7200" dirty="0"/>
            </a:br>
            <a:r>
              <a:rPr lang="pt-BR" sz="7200" dirty="0" err="1"/>
              <a:t>Voce</a:t>
            </a:r>
            <a:r>
              <a:rPr lang="pt-BR" sz="7200" dirty="0"/>
              <a:t> </a:t>
            </a:r>
            <a:r>
              <a:rPr lang="pt-BR" sz="7200" dirty="0" err="1"/>
              <a:t>Nao</a:t>
            </a:r>
            <a:r>
              <a:rPr lang="pt-BR" sz="7200" dirty="0"/>
              <a:t> Vale Nada </a:t>
            </a:r>
            <a:r>
              <a:rPr lang="pt-BR" sz="7200" dirty="0" err="1">
                <a:solidFill>
                  <a:srgbClr val="FF0000"/>
                </a:solidFill>
              </a:rPr>
              <a:t>SIm</a:t>
            </a:r>
            <a:br>
              <a:rPr lang="pt-BR" sz="7200" dirty="0"/>
            </a:br>
            <a:r>
              <a:rPr lang="pt-BR" sz="7200" dirty="0"/>
              <a:t>Morango Do Nordeste </a:t>
            </a:r>
            <a:r>
              <a:rPr lang="pt-BR" sz="7200" dirty="0">
                <a:solidFill>
                  <a:srgbClr val="FF0000"/>
                </a:solidFill>
              </a:rPr>
              <a:t>Do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79130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FA2F3-BC5F-E536-2A6D-037656D1C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2BC6E7-FDE6-1691-A86C-C34065B08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5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0" dirty="0">
                <a:cs typeface="Arial" panose="020B0604020202020204" pitchFamily="34" charset="0"/>
              </a:rPr>
              <a:t>Camisa </a:t>
            </a:r>
            <a:r>
              <a:rPr lang="en-US" sz="6000" dirty="0" err="1">
                <a:cs typeface="Arial" panose="020B0604020202020204" pitchFamily="34" charset="0"/>
              </a:rPr>
              <a:t>Manchada</a:t>
            </a:r>
            <a:r>
              <a:rPr lang="en-US" sz="6000" dirty="0">
                <a:cs typeface="Arial" panose="020B0604020202020204" pitchFamily="34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0" dirty="0">
                <a:cs typeface="Arial" panose="020B0604020202020204" pitchFamily="34" charset="0"/>
              </a:rPr>
              <a:t>Esta Noite Como </a:t>
            </a:r>
            <a:r>
              <a:rPr lang="en-US" sz="6000" dirty="0" err="1">
                <a:cs typeface="Arial" panose="020B0604020202020204" pitchFamily="34" charset="0"/>
              </a:rPr>
              <a:t>Lembrança</a:t>
            </a:r>
            <a:r>
              <a:rPr lang="en-US" sz="6000" dirty="0">
                <a:cs typeface="Arial" panose="020B0604020202020204" pitchFamily="34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cs typeface="Arial" panose="020B0604020202020204" pitchFamily="34" charset="0"/>
              </a:rPr>
              <a:t>Do</a:t>
            </a:r>
            <a:endParaRPr lang="pt-BR" sz="6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buNone/>
            </a:pP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96740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F9B04-E36D-CFC9-424B-663C997F3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0FA326-5BDF-6400-83DF-E705E9993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6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Catchaqueira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Luz Da Minha Vida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21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14050-DA13-E65F-ADC3-C6C4FE41D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4230CB-DDB7-2262-4B58-73E2DB8D2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7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Culpa é Sua </a:t>
            </a:r>
            <a:r>
              <a:rPr lang="pt-BR" sz="7200" dirty="0">
                <a:solidFill>
                  <a:srgbClr val="FF0000"/>
                </a:solidFill>
              </a:rPr>
              <a:t>Ré</a:t>
            </a:r>
            <a:br>
              <a:rPr lang="pt-BR" sz="7200" dirty="0"/>
            </a:br>
            <a:r>
              <a:rPr lang="pt-BR" sz="7200" dirty="0"/>
              <a:t>Risca Faca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Lua e a Noite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66678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4F9CB-FB94-2F44-DD76-EA24F16B3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D39500-4C53-34FC-FFED-640B4A9AC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8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6600" dirty="0"/>
              <a:t>Do Outro Lado Da Cidade </a:t>
            </a:r>
            <a:r>
              <a:rPr lang="pt-BR" sz="6600" dirty="0">
                <a:solidFill>
                  <a:srgbClr val="FF0000"/>
                </a:solidFill>
              </a:rPr>
              <a:t>Fá</a:t>
            </a:r>
            <a:br>
              <a:rPr lang="pt-BR" sz="6600" dirty="0"/>
            </a:br>
            <a:r>
              <a:rPr lang="pt-BR" sz="6600" dirty="0"/>
              <a:t>Estrada Da Vida </a:t>
            </a:r>
            <a:r>
              <a:rPr lang="pt-BR" sz="6600" dirty="0" err="1">
                <a:solidFill>
                  <a:srgbClr val="FF0000"/>
                </a:solidFill>
              </a:rPr>
              <a:t>Sib</a:t>
            </a:r>
            <a:endParaRPr lang="pt-BR" sz="66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98435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E346A-9972-92EB-B0CD-8664C2D9F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755BA8-088E-D120-16F8-A2B670A31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9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Ele </a:t>
            </a:r>
            <a:r>
              <a:rPr lang="en-US" sz="7200" dirty="0" err="1">
                <a:cs typeface="Arial" panose="020B0604020202020204" pitchFamily="34" charset="0"/>
              </a:rPr>
              <a:t>te</a:t>
            </a:r>
            <a:r>
              <a:rPr lang="en-US" sz="7200" dirty="0">
                <a:cs typeface="Arial" panose="020B0604020202020204" pitchFamily="34" charset="0"/>
              </a:rPr>
              <a:t> Trai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Cama </a:t>
            </a:r>
            <a:r>
              <a:rPr lang="en-US" sz="7200" dirty="0" err="1">
                <a:cs typeface="Arial" panose="020B0604020202020204" pitchFamily="34" charset="0"/>
              </a:rPr>
              <a:t>Vazia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Meu Ex Amor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buNone/>
            </a:pP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8374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2C64B-6E59-4394-25F6-3DE75D148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144AC7-7E7A-A583-23E5-B6F06606F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10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Fim De Semana </a:t>
            </a:r>
            <a:r>
              <a:rPr lang="pt-BR" sz="7200" dirty="0">
                <a:solidFill>
                  <a:srgbClr val="FF0000"/>
                </a:solidFill>
              </a:rPr>
              <a:t>La</a:t>
            </a:r>
            <a:br>
              <a:rPr lang="pt-BR" sz="7200" dirty="0"/>
            </a:br>
            <a:r>
              <a:rPr lang="pt-BR" sz="7200" dirty="0"/>
              <a:t>Gosto Que Me Enrosco </a:t>
            </a:r>
            <a:r>
              <a:rPr lang="pt-BR" sz="7200" dirty="0" err="1">
                <a:solidFill>
                  <a:srgbClr val="FF0000"/>
                </a:solidFill>
              </a:rPr>
              <a:t>Mib</a:t>
            </a:r>
            <a:br>
              <a:rPr lang="pt-BR" sz="7200" dirty="0"/>
            </a:br>
            <a:r>
              <a:rPr lang="pt-BR" sz="7200" dirty="0"/>
              <a:t>Novela Das 8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72647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FC151-494E-C422-797A-C258B6432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CA5A68-A691-1DFC-B76A-A275278AF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11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5400" dirty="0"/>
              <a:t>Garçom </a:t>
            </a:r>
            <a:r>
              <a:rPr lang="pt-BR" sz="5400" dirty="0">
                <a:solidFill>
                  <a:srgbClr val="FF0000"/>
                </a:solidFill>
              </a:rPr>
              <a:t>La</a:t>
            </a:r>
            <a:br>
              <a:rPr lang="pt-BR" sz="5400" dirty="0"/>
            </a:br>
            <a:r>
              <a:rPr lang="pt-BR" sz="5400" dirty="0"/>
              <a:t>Ninguém Segura o Coração </a:t>
            </a:r>
            <a:r>
              <a:rPr lang="pt-BR" sz="5400" dirty="0">
                <a:solidFill>
                  <a:srgbClr val="FF0000"/>
                </a:solidFill>
              </a:rPr>
              <a:t>Do</a:t>
            </a:r>
            <a:br>
              <a:rPr lang="pt-BR" sz="5400" dirty="0"/>
            </a:br>
            <a:r>
              <a:rPr lang="pt-BR" sz="5400" dirty="0"/>
              <a:t>Misturinha </a:t>
            </a:r>
            <a:r>
              <a:rPr lang="pt-BR" sz="5400" dirty="0" err="1">
                <a:solidFill>
                  <a:srgbClr val="FF0000"/>
                </a:solidFill>
              </a:rPr>
              <a:t>Fa</a:t>
            </a:r>
            <a:br>
              <a:rPr lang="pt-BR" sz="5400" dirty="0"/>
            </a:br>
            <a:r>
              <a:rPr lang="pt-BR" sz="5400" dirty="0"/>
              <a:t>Essa Cama Eu Não Vendo </a:t>
            </a:r>
            <a:r>
              <a:rPr lang="pt-BR" sz="5400" dirty="0">
                <a:solidFill>
                  <a:srgbClr val="FF0000"/>
                </a:solidFill>
              </a:rPr>
              <a:t>La</a:t>
            </a:r>
            <a:br>
              <a:rPr lang="pt-BR" sz="5400" dirty="0"/>
            </a:br>
            <a:r>
              <a:rPr lang="pt-BR" sz="5400" dirty="0"/>
              <a:t>Preciso Te Falar </a:t>
            </a:r>
            <a:r>
              <a:rPr lang="pt-BR" sz="5400" dirty="0">
                <a:solidFill>
                  <a:srgbClr val="FF0000"/>
                </a:solidFill>
              </a:rPr>
              <a:t>La</a:t>
            </a:r>
            <a:br>
              <a:rPr lang="pt-BR" sz="5400" dirty="0"/>
            </a:br>
            <a:r>
              <a:rPr lang="pt-BR" sz="5400" dirty="0"/>
              <a:t>Flashback </a:t>
            </a:r>
            <a:r>
              <a:rPr lang="pt-BR" sz="5400" dirty="0">
                <a:solidFill>
                  <a:srgbClr val="FF0000"/>
                </a:solidFill>
              </a:rPr>
              <a:t>Mi</a:t>
            </a:r>
            <a:endParaRPr lang="pt-BR" sz="5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95030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AE8CC-C8B1-A600-C100-3EA4EF146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AF27D5-B5D7-7717-6A07-F624FC04D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12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Guardanapo </a:t>
            </a:r>
            <a:r>
              <a:rPr lang="pt-BR" sz="7200" dirty="0" err="1">
                <a:solidFill>
                  <a:srgbClr val="FF0000"/>
                </a:solidFill>
              </a:rPr>
              <a:t>Sib</a:t>
            </a:r>
            <a:endParaRPr lang="pt-BR" sz="7200" dirty="0">
              <a:solidFill>
                <a:srgbClr val="FF0000"/>
              </a:solidFill>
            </a:endParaRP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Transgênica </a:t>
            </a:r>
            <a:r>
              <a:rPr lang="pt-BR" sz="7200" dirty="0">
                <a:solidFill>
                  <a:srgbClr val="FF0000"/>
                </a:solidFill>
              </a:rPr>
              <a:t>La</a:t>
            </a:r>
            <a:br>
              <a:rPr lang="pt-BR" sz="7200" dirty="0"/>
            </a:br>
            <a:r>
              <a:rPr lang="pt-BR" sz="7200" dirty="0"/>
              <a:t>Caso Marcado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5886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48DBC-F736-8F03-7883-EE47471E6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49DDBB-6AD7-2570-23C0-15112A9CE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13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Lágrimas Sobre a Mesa </a:t>
            </a:r>
            <a:r>
              <a:rPr lang="pt-BR" sz="7200" dirty="0">
                <a:solidFill>
                  <a:srgbClr val="FF0000"/>
                </a:solidFill>
              </a:rPr>
              <a:t>Re</a:t>
            </a:r>
            <a:br>
              <a:rPr lang="pt-BR" sz="7200" dirty="0"/>
            </a:br>
            <a:r>
              <a:rPr lang="pt-BR" sz="7200" dirty="0"/>
              <a:t>Página Virada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Fique </a:t>
            </a:r>
            <a:r>
              <a:rPr lang="pt-BR" sz="7200" dirty="0" err="1">
                <a:solidFill>
                  <a:srgbClr val="FF0000"/>
                </a:solidFill>
              </a:rPr>
              <a:t>Sib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48312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3A0C2-0DD0-DEBF-0286-61E1A4D69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491B2F-C47D-F267-D199-7649973F7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14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Maria </a:t>
            </a:r>
            <a:r>
              <a:rPr lang="pt-BR" sz="7200" dirty="0" err="1"/>
              <a:t>Tcha</a:t>
            </a:r>
            <a:r>
              <a:rPr lang="pt-BR" sz="7200" dirty="0"/>
              <a:t> </a:t>
            </a:r>
            <a:r>
              <a:rPr lang="pt-BR" sz="7200" dirty="0" err="1"/>
              <a:t>Tcha</a:t>
            </a:r>
            <a:r>
              <a:rPr lang="pt-BR" sz="7200" dirty="0"/>
              <a:t> </a:t>
            </a:r>
            <a:r>
              <a:rPr lang="pt-BR" sz="7200" dirty="0" err="1"/>
              <a:t>Tcha</a:t>
            </a:r>
            <a:r>
              <a:rPr lang="pt-BR" sz="7200" dirty="0"/>
              <a:t>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br>
              <a:rPr lang="pt-BR" sz="7200" dirty="0"/>
            </a:br>
            <a:r>
              <a:rPr lang="pt-BR" sz="7200" dirty="0"/>
              <a:t>Preciso Te Encontrar </a:t>
            </a:r>
            <a:r>
              <a:rPr lang="pt-BR" sz="7200" dirty="0">
                <a:solidFill>
                  <a:srgbClr val="FF0000"/>
                </a:solidFill>
              </a:rPr>
              <a:t>Do</a:t>
            </a:r>
            <a:br>
              <a:rPr lang="pt-BR" sz="7200" dirty="0"/>
            </a:br>
            <a:r>
              <a:rPr lang="pt-BR" sz="7200" dirty="0"/>
              <a:t>Você Vai Ver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03985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F868E-5395-C651-26BC-86AA2D54D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CD7301-FE06-33D8-B74C-D9421B199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15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Mineirinho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Cheia De Manias </a:t>
            </a:r>
            <a:r>
              <a:rPr lang="pt-BR" sz="7200" dirty="0" err="1">
                <a:solidFill>
                  <a:srgbClr val="FF0000"/>
                </a:solidFill>
              </a:rPr>
              <a:t>SOLm</a:t>
            </a:r>
            <a:br>
              <a:rPr lang="pt-BR" sz="7200" dirty="0"/>
            </a:br>
            <a:r>
              <a:rPr lang="pt-BR" sz="7200" dirty="0"/>
              <a:t>Deus Me Livre </a:t>
            </a:r>
            <a:r>
              <a:rPr lang="pt-BR" sz="7200" dirty="0">
                <a:solidFill>
                  <a:srgbClr val="FF0000"/>
                </a:solidFill>
              </a:rPr>
              <a:t>Do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94753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F8FE7-F682-F272-86B7-05E04CD81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C924BC-F62C-79CC-E31A-7623E1BCB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16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Nosso Amor Terminou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Assino Com X </a:t>
            </a:r>
            <a:r>
              <a:rPr lang="pt-BR" sz="7200" dirty="0">
                <a:solidFill>
                  <a:srgbClr val="FF0000"/>
                </a:solidFill>
              </a:rPr>
              <a:t>La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15829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65271-E891-BC86-E338-D59A2C581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402F7C-E595-D55C-27A2-60AE59A49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17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Novela das 8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Melô</a:t>
            </a:r>
            <a:r>
              <a:rPr lang="en-US" sz="7200" dirty="0">
                <a:cs typeface="Arial" panose="020B0604020202020204" pitchFamily="34" charset="0"/>
              </a:rPr>
              <a:t> do Rolo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Do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Heyo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 err="1">
                <a:cs typeface="Arial" panose="020B0604020202020204" pitchFamily="34" charset="0"/>
              </a:rPr>
              <a:t>Heyo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buNone/>
            </a:pP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67189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C69B3-7FFE-985B-C272-381403E7C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3A97F9-544A-86ED-A8D4-3908F9C6C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18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Olhos</a:t>
            </a:r>
            <a:r>
              <a:rPr lang="en-US" sz="7200" dirty="0">
                <a:cs typeface="Arial" panose="020B0604020202020204" pitchFamily="34" charset="0"/>
              </a:rPr>
              <a:t> Negros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Alô</a:t>
            </a:r>
            <a:r>
              <a:rPr lang="en-US" sz="7200" dirty="0">
                <a:cs typeface="Arial" panose="020B0604020202020204" pitchFamily="34" charset="0"/>
              </a:rPr>
              <a:t> meu Amor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buNone/>
            </a:pP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40063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867AB-43F6-377A-AAC1-744F69C2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72618C-C58E-C917-D49B-9C5A94891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19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6600" dirty="0"/>
              <a:t>Pegando Ônibus </a:t>
            </a:r>
            <a:r>
              <a:rPr lang="pt-BR" sz="6600" dirty="0">
                <a:solidFill>
                  <a:srgbClr val="FF0000"/>
                </a:solidFill>
              </a:rPr>
              <a:t>Sol</a:t>
            </a:r>
            <a:br>
              <a:rPr lang="pt-BR" sz="6600" dirty="0"/>
            </a:br>
            <a:r>
              <a:rPr lang="pt-BR" sz="6600" dirty="0"/>
              <a:t>Bandido Do Amor </a:t>
            </a:r>
            <a:r>
              <a:rPr lang="pt-BR" sz="6600" dirty="0" err="1">
                <a:solidFill>
                  <a:srgbClr val="FF0000"/>
                </a:solidFill>
              </a:rPr>
              <a:t>Sib</a:t>
            </a:r>
            <a:br>
              <a:rPr lang="pt-BR" sz="6600" dirty="0"/>
            </a:br>
            <a:r>
              <a:rPr lang="pt-BR" sz="6600" dirty="0"/>
              <a:t>O Que Tiver Que Vir Virá </a:t>
            </a:r>
            <a:r>
              <a:rPr lang="pt-BR" sz="6600" dirty="0">
                <a:solidFill>
                  <a:srgbClr val="FF0000"/>
                </a:solidFill>
              </a:rPr>
              <a:t>Do#</a:t>
            </a:r>
            <a:endParaRPr lang="pt-BR" sz="66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82158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F0B36-102A-E5F3-D123-BEC997532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49180E-CF19-DCBB-8BE5-CEBA7D287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20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Perigosa e Linda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br>
              <a:rPr lang="pt-BR" sz="7200" dirty="0"/>
            </a:br>
            <a:r>
              <a:rPr lang="pt-BR" sz="7200" dirty="0" err="1"/>
              <a:t>Cumpadi</a:t>
            </a:r>
            <a:r>
              <a:rPr lang="pt-BR" sz="7200" dirty="0"/>
              <a:t> e </a:t>
            </a:r>
            <a:r>
              <a:rPr lang="pt-BR" sz="7200" dirty="0" err="1"/>
              <a:t>Cumadi</a:t>
            </a:r>
            <a:r>
              <a:rPr lang="pt-BR" sz="7200" dirty="0"/>
              <a:t> </a:t>
            </a:r>
            <a:r>
              <a:rPr lang="pt-BR" sz="7200" dirty="0">
                <a:solidFill>
                  <a:srgbClr val="FF0000"/>
                </a:solidFill>
              </a:rPr>
              <a:t>Re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63684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C8960-8652-DE75-AFB1-77317FD58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828EEE-9FC6-D3EE-F215-9117F8B04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21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Reprises De Amor </a:t>
            </a:r>
            <a:r>
              <a:rPr lang="pt-BR" sz="7200" dirty="0">
                <a:solidFill>
                  <a:srgbClr val="FF0000"/>
                </a:solidFill>
              </a:rPr>
              <a:t>Si</a:t>
            </a:r>
            <a:br>
              <a:rPr lang="pt-BR" sz="7200" dirty="0"/>
            </a:br>
            <a:r>
              <a:rPr lang="pt-BR" sz="7200" dirty="0"/>
              <a:t>Eu O Copo e a Solidão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Você Me Tira Do Ar </a:t>
            </a:r>
            <a:r>
              <a:rPr lang="pt-BR" sz="7200" dirty="0">
                <a:solidFill>
                  <a:srgbClr val="FF0000"/>
                </a:solidFill>
              </a:rPr>
              <a:t>Do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72527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C0560-F42D-B3E9-EB8D-F86DFA3CE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12BE16-7D88-7FAD-8E12-6744BEE2C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22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Santa Catarina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Baile Bom </a:t>
            </a:r>
            <a:r>
              <a:rPr lang="pt-BR" sz="7200" dirty="0" err="1">
                <a:solidFill>
                  <a:srgbClr val="FF0000"/>
                </a:solidFill>
              </a:rPr>
              <a:t>Fa</a:t>
            </a:r>
            <a:br>
              <a:rPr lang="pt-BR" sz="7200" dirty="0"/>
            </a:br>
            <a:r>
              <a:rPr lang="pt-BR" sz="7200" dirty="0"/>
              <a:t>Diga Locutor </a:t>
            </a:r>
            <a:r>
              <a:rPr lang="pt-BR" sz="7200" dirty="0" err="1">
                <a:solidFill>
                  <a:srgbClr val="FF0000"/>
                </a:solidFill>
              </a:rPr>
              <a:t>Mib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24226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9A1D3-2113-71EE-4462-E79F923B6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23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Vagabundo </a:t>
            </a:r>
            <a:r>
              <a:rPr lang="pt-BR" sz="7200" dirty="0" err="1">
                <a:solidFill>
                  <a:srgbClr val="FF0000"/>
                </a:solidFill>
              </a:rPr>
              <a:t>SIBm</a:t>
            </a:r>
            <a:br>
              <a:rPr lang="pt-BR" sz="7200" dirty="0"/>
            </a:br>
            <a:r>
              <a:rPr lang="pt-BR" sz="7200" dirty="0"/>
              <a:t>Agarra </a:t>
            </a:r>
            <a:r>
              <a:rPr lang="pt-BR" sz="7200" dirty="0" err="1"/>
              <a:t>Agara</a:t>
            </a:r>
            <a:r>
              <a:rPr lang="pt-BR" sz="7200" dirty="0"/>
              <a:t> </a:t>
            </a:r>
            <a:r>
              <a:rPr lang="pt-BR" sz="7200" dirty="0">
                <a:solidFill>
                  <a:srgbClr val="FF0000"/>
                </a:solidFill>
              </a:rPr>
              <a:t>Re</a:t>
            </a:r>
            <a:br>
              <a:rPr lang="pt-BR" sz="7200" dirty="0"/>
            </a:br>
            <a:r>
              <a:rPr lang="pt-BR" sz="7200" dirty="0"/>
              <a:t>Vira e Mexe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409674"/>
      </p:ext>
    </p:extLst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24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Alô Galera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Essa Cama Eu Não Vendo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Pintou Uma Paixão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Transgênica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Algo Me Diz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25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Barril de Chopp </a:t>
            </a:r>
            <a:r>
              <a:rPr lang="pt-BR" sz="7200" dirty="0">
                <a:solidFill>
                  <a:srgbClr val="FF0000"/>
                </a:solidFill>
              </a:rPr>
              <a:t>Sib-Mib</a:t>
            </a:r>
            <a:br>
              <a:rPr lang="pt-BR" sz="7200" dirty="0"/>
            </a:br>
            <a:r>
              <a:rPr lang="pt-BR" sz="7200" dirty="0"/>
              <a:t>Ouro na Estrada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Bebidas de Amor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26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Beija Beija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Marreca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Kerbfert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27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Camisa Manchada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br>
              <a:rPr lang="pt-BR" sz="7200" dirty="0"/>
            </a:br>
            <a:r>
              <a:rPr lang="pt-BR" sz="7200" dirty="0"/>
              <a:t>&lt;falta o nome&gt;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Estrada Da Vida </a:t>
            </a:r>
            <a:r>
              <a:rPr lang="pt-BR" sz="7200" dirty="0">
                <a:solidFill>
                  <a:srgbClr val="FF0000"/>
                </a:solidFill>
              </a:rPr>
              <a:t>Sib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28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5400" dirty="0"/>
              <a:t>Coronel Boogey </a:t>
            </a:r>
            <a:r>
              <a:rPr lang="pt-BR" sz="5400" dirty="0">
                <a:solidFill>
                  <a:srgbClr val="FF0000"/>
                </a:solidFill>
              </a:rPr>
              <a:t>??</a:t>
            </a:r>
            <a:br>
              <a:rPr lang="pt-BR" sz="5400" dirty="0"/>
            </a:br>
            <a:r>
              <a:rPr lang="pt-BR" sz="5400" dirty="0"/>
              <a:t>Marcha do Coelho </a:t>
            </a:r>
            <a:r>
              <a:rPr lang="pt-BR" sz="5400" dirty="0">
                <a:solidFill>
                  <a:srgbClr val="FF0000"/>
                </a:solidFill>
              </a:rPr>
              <a:t>??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29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Dai Que Mioro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Latinha na Goteira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Morenaça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Misturinha </a:t>
            </a:r>
            <a:r>
              <a:rPr lang="pt-BR" sz="7200" dirty="0">
                <a:solidFill>
                  <a:srgbClr val="FF0000"/>
                </a:solidFill>
              </a:rPr>
              <a:t>Fa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30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Heyo Heyo </a:t>
            </a:r>
            <a:r>
              <a:rPr lang="pt-BR" sz="7200" dirty="0">
                <a:solidFill>
                  <a:srgbClr val="FF0000"/>
                </a:solidFill>
              </a:rPr>
              <a:t>Mib</a:t>
            </a:r>
            <a:br>
              <a:rPr lang="pt-BR" sz="7200" dirty="0"/>
            </a:br>
            <a:r>
              <a:rPr lang="pt-BR" sz="7200" dirty="0"/>
              <a:t>Zic Zac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Salada de Frutas </a:t>
            </a:r>
            <a:r>
              <a:rPr lang="pt-BR" sz="7200" dirty="0">
                <a:solidFill>
                  <a:srgbClr val="FF0000"/>
                </a:solidFill>
              </a:rPr>
              <a:t>Do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31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Nova Iorque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Meu Ex Amor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O Que Tiver Que Vir Virá </a:t>
            </a:r>
            <a:r>
              <a:rPr lang="pt-BR" sz="7200" dirty="0">
                <a:solidFill>
                  <a:srgbClr val="FF0000"/>
                </a:solidFill>
              </a:rPr>
              <a:t>Ré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32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Ponto Chick </a:t>
            </a:r>
            <a:r>
              <a:rPr lang="pt-BR" sz="7200" dirty="0">
                <a:solidFill>
                  <a:srgbClr val="FF0000"/>
                </a:solidFill>
              </a:rPr>
              <a:t>Sib-Mib</a:t>
            </a:r>
            <a:br>
              <a:rPr lang="pt-BR" sz="7200" dirty="0"/>
            </a:br>
            <a:r>
              <a:rPr lang="pt-BR" sz="7200" dirty="0"/>
              <a:t>Rancho Grande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Feliz em Festa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33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Loop de Vaneira </a:t>
            </a:r>
            <a:r>
              <a:rPr lang="pt-BR" sz="7200" dirty="0">
                <a:solidFill>
                  <a:srgbClr val="FF0000"/>
                </a:solidFill>
              </a:rPr>
              <a:t>82 BPM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7683</TotalTime>
  <Words>879</Words>
  <Application>Microsoft Office PowerPoint</Application>
  <PresentationFormat>Widescreen</PresentationFormat>
  <Paragraphs>208</Paragraphs>
  <Slides>86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86</vt:i4>
      </vt:variant>
    </vt:vector>
  </HeadingPairs>
  <TitlesOfParts>
    <vt:vector size="91" baseType="lpstr">
      <vt:lpstr>Arial</vt:lpstr>
      <vt:lpstr>Bookman Old Style</vt:lpstr>
      <vt:lpstr>Calibri</vt:lpstr>
      <vt:lpstr>Rockwell</vt:lpstr>
      <vt:lpstr>Damask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seven</dc:creator>
  <cp:lastModifiedBy>Arthur Hack</cp:lastModifiedBy>
  <cp:revision>241</cp:revision>
  <dcterms:created xsi:type="dcterms:W3CDTF">2013-10-24T23:23:00Z</dcterms:created>
  <dcterms:modified xsi:type="dcterms:W3CDTF">2026-05-30T16:30:19Z</dcterms:modified>
</cp:coreProperties>
</file>