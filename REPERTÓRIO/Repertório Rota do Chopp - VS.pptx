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7"/>
  </p:handoutMasterIdLst>
  <p:sldIdLst>
    <p:sldId id="480" r:id="rId2"/>
    <p:sldId id="462" r:id="rId3"/>
    <p:sldId id="445" r:id="rId4"/>
    <p:sldId id="463" r:id="rId5"/>
    <p:sldId id="446" r:id="rId6"/>
    <p:sldId id="464" r:id="rId7"/>
    <p:sldId id="447" r:id="rId8"/>
    <p:sldId id="448" r:id="rId9"/>
    <p:sldId id="449" r:id="rId10"/>
    <p:sldId id="465" r:id="rId11"/>
    <p:sldId id="450" r:id="rId12"/>
    <p:sldId id="451" r:id="rId13"/>
    <p:sldId id="452" r:id="rId14"/>
    <p:sldId id="468" r:id="rId15"/>
    <p:sldId id="453" r:id="rId16"/>
    <p:sldId id="455" r:id="rId17"/>
    <p:sldId id="456" r:id="rId18"/>
    <p:sldId id="466" r:id="rId19"/>
    <p:sldId id="467" r:id="rId20"/>
    <p:sldId id="457" r:id="rId21"/>
    <p:sldId id="458" r:id="rId22"/>
    <p:sldId id="459" r:id="rId23"/>
    <p:sldId id="460" r:id="rId24"/>
    <p:sldId id="461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6" r:id="rId33"/>
    <p:sldId id="477" r:id="rId34"/>
    <p:sldId id="481" r:id="rId43"/>
    <p:sldId id="482" r:id="rId44"/>
    <p:sldId id="483" r:id="rId45"/>
    <p:sldId id="484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8T00:16:06.230" v="2360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  <pc:sldChg chg="addSp modSp add">
        <pc:chgData name="Arthur Hack" userId="5b508c48246ea487" providerId="LiveId" clId="{789F42DD-A146-4A0A-A577-B549034765F6}" dt="2026-10-08T00:16:06.230" v="2360"/>
        <pc:sldMkLst>
          <pc:docMk/>
          <pc:sldMk cId="1174798759" sldId="480"/>
        </pc:sldMkLst>
        <pc:picChg chg="add mod">
          <ac:chgData name="Arthur Hack" userId="5b508c48246ea487" providerId="LiveId" clId="{789F42DD-A146-4A0A-A577-B549034765F6}" dt="2026-10-08T00:16:06.230" v="2360"/>
          <ac:picMkLst>
            <pc:docMk/>
            <pc:sldMk cId="1174798759" sldId="480"/>
            <ac:picMk id="3" creationId="{57E9E2DE-BD3C-CBFB-A830-6AC70E98ED6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9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Alambique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Pode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Passar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Sofro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31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137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Amor </a:t>
            </a:r>
            <a:r>
              <a:rPr lang="pt-BR" sz="7200" dirty="0" err="1">
                <a:solidFill>
                  <a:srgbClr val="FFFFFF"/>
                </a:solidFill>
              </a:rPr>
              <a:t>Carrapixo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3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Sem Amor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Ningém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Vive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Rosto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486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>
                <a:solidFill>
                  <a:srgbClr val="FFFFFF"/>
                </a:solidFill>
              </a:rPr>
              <a:t>Barquinha De Ouro </a:t>
            </a:r>
            <a:r>
              <a:rPr lang="pt-BR" sz="7200" dirty="0">
                <a:solidFill>
                  <a:srgbClr val="FFFFFF"/>
                </a:solidFill>
              </a:rPr>
              <a:t/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>
                <a:solidFill>
                  <a:srgbClr val="FFFFFF"/>
                </a:solidFill>
              </a:rPr>
              <a:t>Voce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 err="1">
                <a:solidFill>
                  <a:srgbClr val="FFFFFF"/>
                </a:solidFill>
              </a:rPr>
              <a:t>Nao</a:t>
            </a:r>
            <a:r>
              <a:rPr lang="pt-BR" sz="7200" dirty="0">
                <a:solidFill>
                  <a:srgbClr val="FFFFFF"/>
                </a:solidFill>
              </a:rPr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7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168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cs typeface="Arial" panose="020B0604020202020204" pitchFamily="34" charset="0"/>
              </a:rPr>
              <a:t>Camisa </a:t>
            </a:r>
            <a:r>
              <a:rPr lang="en-US" sz="6000" dirty="0" err="1">
                <a:solidFill>
                  <a:srgbClr val="FFFFFF"/>
                </a:solidFill>
                <a:cs typeface="Arial" panose="020B0604020202020204" pitchFamily="34" charset="0"/>
              </a:rPr>
              <a:t>Manchada</a:t>
            </a:r>
            <a:r>
              <a:rPr lang="en-US" sz="60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solidFill>
                  <a:srgbClr val="FFFFFF"/>
                </a:solidFill>
                <a:cs typeface="Arial" panose="020B0604020202020204" pitchFamily="34" charset="0"/>
              </a:rPr>
              <a:t>Lembrança</a:t>
            </a:r>
            <a:r>
              <a:rPr lang="en-US" sz="60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9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180 / 200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142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666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175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>
                <a:solidFill>
                  <a:srgbClr val="FFFFFF"/>
                </a:solidFill>
              </a:rPr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>
                <a:solidFill>
                  <a:srgbClr val="FFFFFF"/>
                </a:solidFill>
              </a:rPr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984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142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Ele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te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Cama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Vazia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83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134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26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>
                <a:solidFill>
                  <a:srgbClr val="FFFFFF"/>
                </a:solidFill>
              </a:rPr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950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137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5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136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83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Maria </a:t>
            </a:r>
            <a:r>
              <a:rPr lang="pt-BR" sz="7200" dirty="0" err="1">
                <a:solidFill>
                  <a:srgbClr val="FFFFFF"/>
                </a:solidFill>
              </a:rPr>
              <a:t>Tcha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 err="1">
                <a:solidFill>
                  <a:srgbClr val="FFFFFF"/>
                </a:solidFill>
              </a:rPr>
              <a:t>Tcha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 err="1">
                <a:solidFill>
                  <a:srgbClr val="FFFFFF"/>
                </a:solidFill>
              </a:rPr>
              <a:t>Tcha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039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188 / 196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94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15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136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Melô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Heyo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Heyo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671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192 / 200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Olhos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solidFill>
                  <a:srgbClr val="FFFFFF"/>
                </a:solidFill>
                <a:cs typeface="Arial" panose="020B0604020202020204" pitchFamily="34" charset="0"/>
              </a:rPr>
              <a:t>Alô</a:t>
            </a:r>
            <a:r>
              <a:rPr lang="en-US" sz="7200" dirty="0">
                <a:solidFill>
                  <a:srgbClr val="FFFFFF"/>
                </a:solidFill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0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137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>
                <a:solidFill>
                  <a:srgbClr val="FFFFFF"/>
                </a:solidFill>
              </a:rPr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>
                <a:solidFill>
                  <a:srgbClr val="FFFFFF"/>
                </a:solidFill>
              </a:rPr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>
                <a:solidFill>
                  <a:srgbClr val="FFFFFF"/>
                </a:solidFill>
              </a:rPr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2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190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>
                <a:solidFill>
                  <a:srgbClr val="FFFFFF"/>
                </a:solidFill>
              </a:rPr>
              <a:t>Cumpadi</a:t>
            </a:r>
            <a:r>
              <a:rPr lang="pt-BR" sz="7200" dirty="0">
                <a:solidFill>
                  <a:srgbClr val="FFFFFF"/>
                </a:solidFill>
              </a:rPr>
              <a:t> e </a:t>
            </a:r>
            <a:r>
              <a:rPr lang="pt-BR" sz="7200" dirty="0" err="1">
                <a:solidFill>
                  <a:srgbClr val="FFFFFF"/>
                </a:solidFill>
              </a:rPr>
              <a:t>Cumadi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636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725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242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188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Agarra </a:t>
            </a:r>
            <a:r>
              <a:rPr lang="pt-BR" sz="7200" dirty="0" err="1">
                <a:solidFill>
                  <a:srgbClr val="FFFFFF"/>
                </a:solidFill>
              </a:rPr>
              <a:t>Agara</a:t>
            </a:r>
            <a:r>
              <a:rPr lang="pt-BR" sz="7200" dirty="0">
                <a:solidFill>
                  <a:srgbClr val="FFFFFF"/>
                </a:solidFill>
              </a:rPr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409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136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168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>
                <a:solidFill>
                  <a:srgbClr val="FFFFFF"/>
                </a:solidFill>
              </a:rPr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>
                <a:solidFill>
                  <a:srgbClr val="FFFFFF"/>
                </a:solidFill>
              </a:rPr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135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138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142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137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Maratá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Levanta a Poeira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Polka do Fritz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176-190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Na Hora de Amar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Página de Amigos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Dormi na Praça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Temporal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>
                <a:solidFill>
                  <a:srgbClr val="FFFFFF"/>
                </a:solidFill>
              </a:rPr>
              <a:t>Evidências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36</a:t>
            </a:r>
            <a:r>
              <a:rPr lang="pt-BR" sz="4800" baseline="41667" dirty="0">
                <a:solidFill>
                  <a:srgbClr val="FFFFFF"/>
                </a:solidFill>
                <a:cs typeface="Arial" panose="020B0604020202020204" pitchFamily="34" charset="0"/>
              </a:rPr>
              <a:t>  135 BPM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>
                <a:solidFill>
                  <a:srgbClr val="FFFFFF"/>
                </a:solidFill>
              </a:rPr>
              <a:t>Futurista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538</Words>
  <Application>Microsoft Office PowerPoint</Application>
  <PresentationFormat>Widescreen</PresentationFormat>
  <Paragraphs>80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241</cp:revision>
  <dcterms:created xsi:type="dcterms:W3CDTF">2013-10-24T23:23:00Z</dcterms:created>
  <dcterms:modified xsi:type="dcterms:W3CDTF">2026-10-08T00:16:06Z</dcterms:modified>
</cp:coreProperties>
</file>