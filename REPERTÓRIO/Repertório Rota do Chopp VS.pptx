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handoutMasterIdLst>
    <p:handoutMasterId r:id="rId35"/>
  </p:handoutMasterIdLst>
  <p:sldIdLst>
    <p:sldId id="462" r:id="rId2"/>
    <p:sldId id="445" r:id="rId3"/>
    <p:sldId id="463" r:id="rId4"/>
    <p:sldId id="446" r:id="rId5"/>
    <p:sldId id="464" r:id="rId6"/>
    <p:sldId id="447" r:id="rId7"/>
    <p:sldId id="448" r:id="rId8"/>
    <p:sldId id="449" r:id="rId9"/>
    <p:sldId id="465" r:id="rId10"/>
    <p:sldId id="450" r:id="rId11"/>
    <p:sldId id="451" r:id="rId12"/>
    <p:sldId id="452" r:id="rId13"/>
    <p:sldId id="468" r:id="rId14"/>
    <p:sldId id="453" r:id="rId15"/>
    <p:sldId id="455" r:id="rId16"/>
    <p:sldId id="456" r:id="rId17"/>
    <p:sldId id="466" r:id="rId18"/>
    <p:sldId id="467" r:id="rId19"/>
    <p:sldId id="457" r:id="rId20"/>
    <p:sldId id="458" r:id="rId21"/>
    <p:sldId id="459" r:id="rId22"/>
    <p:sldId id="460" r:id="rId23"/>
    <p:sldId id="461" r:id="rId24"/>
    <p:sldId id="469" r:id="rId25"/>
    <p:sldId id="470" r:id="rId26"/>
    <p:sldId id="471" r:id="rId27"/>
    <p:sldId id="472" r:id="rId28"/>
    <p:sldId id="473" r:id="rId29"/>
    <p:sldId id="474" r:id="rId30"/>
    <p:sldId id="475" r:id="rId31"/>
    <p:sldId id="476" r:id="rId32"/>
    <p:sldId id="477" r:id="rId33"/>
    <p:sldId id="47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3302" autoAdjust="0"/>
  </p:normalViewPr>
  <p:slideViewPr>
    <p:cSldViewPr>
      <p:cViewPr>
        <p:scale>
          <a:sx n="137" d="100"/>
          <a:sy n="137" d="100"/>
        </p:scale>
        <p:origin x="486" y="372"/>
      </p:cViewPr>
      <p:guideLst>
        <p:guide orient="horz" pos="431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hur Hack" userId="5b508c48246ea487" providerId="LiveId" clId="{789F42DD-A146-4A0A-A577-B549034765F6}"/>
    <pc:docChg chg="undo custSel addSld delSld modSld sldOrd">
      <pc:chgData name="Arthur Hack" userId="5b508c48246ea487" providerId="LiveId" clId="{789F42DD-A146-4A0A-A577-B549034765F6}" dt="2026-10-07T22:23:49.009" v="2356" actId="2696"/>
      <pc:docMkLst>
        <pc:docMk/>
      </pc:docMkLst>
      <pc:sldChg chg="del">
        <pc:chgData name="Arthur Hack" userId="5b508c48246ea487" providerId="LiveId" clId="{789F42DD-A146-4A0A-A577-B549034765F6}" dt="2026-10-07T22:23:48.987" v="2342" actId="2696"/>
        <pc:sldMkLst>
          <pc:docMk/>
          <pc:sldMk cId="3564684074" sldId="380"/>
        </pc:sldMkLst>
      </pc:sldChg>
      <pc:sldChg chg="del">
        <pc:chgData name="Arthur Hack" userId="5b508c48246ea487" providerId="LiveId" clId="{789F42DD-A146-4A0A-A577-B549034765F6}" dt="2026-10-07T22:23:49.003" v="2354" actId="2696"/>
        <pc:sldMkLst>
          <pc:docMk/>
          <pc:sldMk cId="4262211763" sldId="381"/>
        </pc:sldMkLst>
      </pc:sldChg>
      <pc:sldChg chg="del">
        <pc:chgData name="Arthur Hack" userId="5b508c48246ea487" providerId="LiveId" clId="{789F42DD-A146-4A0A-A577-B549034765F6}" dt="2026-10-07T22:23:49.001" v="2353" actId="2696"/>
        <pc:sldMkLst>
          <pc:docMk/>
          <pc:sldMk cId="414005778" sldId="382"/>
        </pc:sldMkLst>
      </pc:sldChg>
      <pc:sldChg chg="del">
        <pc:chgData name="Arthur Hack" userId="5b508c48246ea487" providerId="LiveId" clId="{789F42DD-A146-4A0A-A577-B549034765F6}" dt="2026-10-07T22:23:49.001" v="2352" actId="2696"/>
        <pc:sldMkLst>
          <pc:docMk/>
          <pc:sldMk cId="799175923" sldId="383"/>
        </pc:sldMkLst>
      </pc:sldChg>
      <pc:sldChg chg="del">
        <pc:chgData name="Arthur Hack" userId="5b508c48246ea487" providerId="LiveId" clId="{789F42DD-A146-4A0A-A577-B549034765F6}" dt="2026-10-07T22:23:48.999" v="2351" actId="2696"/>
        <pc:sldMkLst>
          <pc:docMk/>
          <pc:sldMk cId="1443358886" sldId="384"/>
        </pc:sldMkLst>
      </pc:sldChg>
      <pc:sldChg chg="del">
        <pc:chgData name="Arthur Hack" userId="5b508c48246ea487" providerId="LiveId" clId="{789F42DD-A146-4A0A-A577-B549034765F6}" dt="2026-10-07T22:23:48.998" v="2350" actId="2696"/>
        <pc:sldMkLst>
          <pc:docMk/>
          <pc:sldMk cId="242730318" sldId="385"/>
        </pc:sldMkLst>
      </pc:sldChg>
      <pc:sldChg chg="del">
        <pc:chgData name="Arthur Hack" userId="5b508c48246ea487" providerId="LiveId" clId="{789F42DD-A146-4A0A-A577-B549034765F6}" dt="2026-10-07T22:23:48.997" v="2349" actId="2696"/>
        <pc:sldMkLst>
          <pc:docMk/>
          <pc:sldMk cId="1585435380" sldId="386"/>
        </pc:sldMkLst>
      </pc:sldChg>
      <pc:sldChg chg="del">
        <pc:chgData name="Arthur Hack" userId="5b508c48246ea487" providerId="LiveId" clId="{789F42DD-A146-4A0A-A577-B549034765F6}" dt="2026-10-07T22:23:48.995" v="2348" actId="2696"/>
        <pc:sldMkLst>
          <pc:docMk/>
          <pc:sldMk cId="1373900961" sldId="387"/>
        </pc:sldMkLst>
      </pc:sldChg>
      <pc:sldChg chg="del">
        <pc:chgData name="Arthur Hack" userId="5b508c48246ea487" providerId="LiveId" clId="{789F42DD-A146-4A0A-A577-B549034765F6}" dt="2026-10-07T22:23:48.994" v="2347" actId="2696"/>
        <pc:sldMkLst>
          <pc:docMk/>
          <pc:sldMk cId="1541091708" sldId="388"/>
        </pc:sldMkLst>
      </pc:sldChg>
      <pc:sldChg chg="del">
        <pc:chgData name="Arthur Hack" userId="5b508c48246ea487" providerId="LiveId" clId="{789F42DD-A146-4A0A-A577-B549034765F6}" dt="2026-10-07T22:23:48.993" v="2346" actId="2696"/>
        <pc:sldMkLst>
          <pc:docMk/>
          <pc:sldMk cId="1144491669" sldId="389"/>
        </pc:sldMkLst>
      </pc:sldChg>
      <pc:sldChg chg="del">
        <pc:chgData name="Arthur Hack" userId="5b508c48246ea487" providerId="LiveId" clId="{789F42DD-A146-4A0A-A577-B549034765F6}" dt="2026-10-07T22:23:48.992" v="2345" actId="2696"/>
        <pc:sldMkLst>
          <pc:docMk/>
          <pc:sldMk cId="3986295168" sldId="390"/>
        </pc:sldMkLst>
      </pc:sldChg>
      <pc:sldChg chg="del">
        <pc:chgData name="Arthur Hack" userId="5b508c48246ea487" providerId="LiveId" clId="{789F42DD-A146-4A0A-A577-B549034765F6}" dt="2026-10-07T22:23:48.990" v="2344" actId="2696"/>
        <pc:sldMkLst>
          <pc:docMk/>
          <pc:sldMk cId="1871729192" sldId="391"/>
        </pc:sldMkLst>
      </pc:sldChg>
      <pc:sldChg chg="del">
        <pc:chgData name="Arthur Hack" userId="5b508c48246ea487" providerId="LiveId" clId="{789F42DD-A146-4A0A-A577-B549034765F6}" dt="2026-10-07T22:23:49.009" v="2356" actId="2696"/>
        <pc:sldMkLst>
          <pc:docMk/>
          <pc:sldMk cId="1330358702" sldId="392"/>
        </pc:sldMkLst>
      </pc:sldChg>
      <pc:sldChg chg="del">
        <pc:chgData name="Arthur Hack" userId="5b508c48246ea487" providerId="LiveId" clId="{789F42DD-A146-4A0A-A577-B549034765F6}" dt="2026-10-07T22:23:48.989" v="2343" actId="2696"/>
        <pc:sldMkLst>
          <pc:docMk/>
          <pc:sldMk cId="151596537" sldId="393"/>
        </pc:sldMkLst>
      </pc:sldChg>
      <pc:sldChg chg="del">
        <pc:chgData name="Arthur Hack" userId="5b508c48246ea487" providerId="LiveId" clId="{789F42DD-A146-4A0A-A577-B549034765F6}" dt="2026-10-07T22:23:48.981" v="2338" actId="2696"/>
        <pc:sldMkLst>
          <pc:docMk/>
          <pc:sldMk cId="2813328156" sldId="394"/>
        </pc:sldMkLst>
      </pc:sldChg>
      <pc:sldChg chg="del">
        <pc:chgData name="Arthur Hack" userId="5b508c48246ea487" providerId="LiveId" clId="{789F42DD-A146-4A0A-A577-B549034765F6}" dt="2026-10-07T22:23:48.981" v="2337" actId="2696"/>
        <pc:sldMkLst>
          <pc:docMk/>
          <pc:sldMk cId="259931907" sldId="395"/>
        </pc:sldMkLst>
      </pc:sldChg>
      <pc:sldChg chg="del">
        <pc:chgData name="Arthur Hack" userId="5b508c48246ea487" providerId="LiveId" clId="{789F42DD-A146-4A0A-A577-B549034765F6}" dt="2026-10-07T22:23:48.986" v="2341" actId="2696"/>
        <pc:sldMkLst>
          <pc:docMk/>
          <pc:sldMk cId="4000092127" sldId="396"/>
        </pc:sldMkLst>
      </pc:sldChg>
      <pc:sldChg chg="del">
        <pc:chgData name="Arthur Hack" userId="5b508c48246ea487" providerId="LiveId" clId="{789F42DD-A146-4A0A-A577-B549034765F6}" dt="2026-10-07T22:23:48.985" v="2340" actId="2696"/>
        <pc:sldMkLst>
          <pc:docMk/>
          <pc:sldMk cId="618585973" sldId="397"/>
        </pc:sldMkLst>
      </pc:sldChg>
      <pc:sldChg chg="del">
        <pc:chgData name="Arthur Hack" userId="5b508c48246ea487" providerId="LiveId" clId="{789F42DD-A146-4A0A-A577-B549034765F6}" dt="2026-10-07T22:23:48.983" v="2339" actId="2696"/>
        <pc:sldMkLst>
          <pc:docMk/>
          <pc:sldMk cId="4170779271" sldId="398"/>
        </pc:sldMkLst>
      </pc:sldChg>
      <pc:sldChg chg="del">
        <pc:chgData name="Arthur Hack" userId="5b508c48246ea487" providerId="LiveId" clId="{789F42DD-A146-4A0A-A577-B549034765F6}" dt="2026-10-07T22:23:48.979" v="2336" actId="2696"/>
        <pc:sldMkLst>
          <pc:docMk/>
          <pc:sldMk cId="1255101246" sldId="399"/>
        </pc:sldMkLst>
      </pc:sldChg>
      <pc:sldChg chg="del">
        <pc:chgData name="Arthur Hack" userId="5b508c48246ea487" providerId="LiveId" clId="{789F42DD-A146-4A0A-A577-B549034765F6}" dt="2026-10-07T22:23:48.975" v="2334" actId="2696"/>
        <pc:sldMkLst>
          <pc:docMk/>
          <pc:sldMk cId="3686322131" sldId="400"/>
        </pc:sldMkLst>
      </pc:sldChg>
      <pc:sldChg chg="del">
        <pc:chgData name="Arthur Hack" userId="5b508c48246ea487" providerId="LiveId" clId="{789F42DD-A146-4A0A-A577-B549034765F6}" dt="2026-10-07T22:23:48.978" v="2335" actId="2696"/>
        <pc:sldMkLst>
          <pc:docMk/>
          <pc:sldMk cId="2065792878" sldId="401"/>
        </pc:sldMkLst>
      </pc:sldChg>
      <pc:sldChg chg="del">
        <pc:chgData name="Arthur Hack" userId="5b508c48246ea487" providerId="LiveId" clId="{789F42DD-A146-4A0A-A577-B549034765F6}" dt="2026-10-07T22:23:48.967" v="2328" actId="2696"/>
        <pc:sldMkLst>
          <pc:docMk/>
          <pc:sldMk cId="2044229248" sldId="402"/>
        </pc:sldMkLst>
      </pc:sldChg>
      <pc:sldChg chg="del">
        <pc:chgData name="Arthur Hack" userId="5b508c48246ea487" providerId="LiveId" clId="{789F42DD-A146-4A0A-A577-B549034765F6}" dt="2026-10-07T22:23:48.966" v="2327" actId="2696"/>
        <pc:sldMkLst>
          <pc:docMk/>
          <pc:sldMk cId="4138924714" sldId="404"/>
        </pc:sldMkLst>
      </pc:sldChg>
      <pc:sldChg chg="del">
        <pc:chgData name="Arthur Hack" userId="5b508c48246ea487" providerId="LiveId" clId="{789F42DD-A146-4A0A-A577-B549034765F6}" dt="2026-10-07T22:23:48.965" v="2326" actId="2696"/>
        <pc:sldMkLst>
          <pc:docMk/>
          <pc:sldMk cId="587943876" sldId="405"/>
        </pc:sldMkLst>
      </pc:sldChg>
      <pc:sldChg chg="del">
        <pc:chgData name="Arthur Hack" userId="5b508c48246ea487" providerId="LiveId" clId="{789F42DD-A146-4A0A-A577-B549034765F6}" dt="2026-10-07T22:23:48.964" v="2325" actId="2696"/>
        <pc:sldMkLst>
          <pc:docMk/>
          <pc:sldMk cId="1348662881" sldId="406"/>
        </pc:sldMkLst>
      </pc:sldChg>
      <pc:sldChg chg="del">
        <pc:chgData name="Arthur Hack" userId="5b508c48246ea487" providerId="LiveId" clId="{789F42DD-A146-4A0A-A577-B549034765F6}" dt="2026-10-07T22:23:48.961" v="2324" actId="2696"/>
        <pc:sldMkLst>
          <pc:docMk/>
          <pc:sldMk cId="2025696964" sldId="407"/>
        </pc:sldMkLst>
      </pc:sldChg>
      <pc:sldChg chg="del">
        <pc:chgData name="Arthur Hack" userId="5b508c48246ea487" providerId="LiveId" clId="{789F42DD-A146-4A0A-A577-B549034765F6}" dt="2026-10-07T22:23:48.960" v="2323" actId="2696"/>
        <pc:sldMkLst>
          <pc:docMk/>
          <pc:sldMk cId="743953916" sldId="408"/>
        </pc:sldMkLst>
      </pc:sldChg>
      <pc:sldChg chg="del">
        <pc:chgData name="Arthur Hack" userId="5b508c48246ea487" providerId="LiveId" clId="{789F42DD-A146-4A0A-A577-B549034765F6}" dt="2026-10-07T22:23:48.959" v="2322" actId="2696"/>
        <pc:sldMkLst>
          <pc:docMk/>
          <pc:sldMk cId="3663247369" sldId="409"/>
        </pc:sldMkLst>
      </pc:sldChg>
      <pc:sldChg chg="del">
        <pc:chgData name="Arthur Hack" userId="5b508c48246ea487" providerId="LiveId" clId="{789F42DD-A146-4A0A-A577-B549034765F6}" dt="2026-10-07T22:23:48.956" v="2320" actId="2696"/>
        <pc:sldMkLst>
          <pc:docMk/>
          <pc:sldMk cId="3893690829" sldId="410"/>
        </pc:sldMkLst>
      </pc:sldChg>
      <pc:sldChg chg="del">
        <pc:chgData name="Arthur Hack" userId="5b508c48246ea487" providerId="LiveId" clId="{789F42DD-A146-4A0A-A577-B549034765F6}" dt="2026-10-07T22:23:48.955" v="2319" actId="2696"/>
        <pc:sldMkLst>
          <pc:docMk/>
          <pc:sldMk cId="126146175" sldId="411"/>
        </pc:sldMkLst>
      </pc:sldChg>
      <pc:sldChg chg="del">
        <pc:chgData name="Arthur Hack" userId="5b508c48246ea487" providerId="LiveId" clId="{789F42DD-A146-4A0A-A577-B549034765F6}" dt="2026-10-07T22:23:48.953" v="2318" actId="2696"/>
        <pc:sldMkLst>
          <pc:docMk/>
          <pc:sldMk cId="3265827431" sldId="412"/>
        </pc:sldMkLst>
      </pc:sldChg>
      <pc:sldChg chg="del">
        <pc:chgData name="Arthur Hack" userId="5b508c48246ea487" providerId="LiveId" clId="{789F42DD-A146-4A0A-A577-B549034765F6}" dt="2026-10-07T22:23:48.951" v="2317" actId="2696"/>
        <pc:sldMkLst>
          <pc:docMk/>
          <pc:sldMk cId="1374108100" sldId="413"/>
        </pc:sldMkLst>
      </pc:sldChg>
      <pc:sldChg chg="del">
        <pc:chgData name="Arthur Hack" userId="5b508c48246ea487" providerId="LiveId" clId="{789F42DD-A146-4A0A-A577-B549034765F6}" dt="2026-10-07T22:23:48.927" v="2301" actId="2696"/>
        <pc:sldMkLst>
          <pc:docMk/>
          <pc:sldMk cId="4060172494" sldId="414"/>
        </pc:sldMkLst>
      </pc:sldChg>
      <pc:sldChg chg="del">
        <pc:chgData name="Arthur Hack" userId="5b508c48246ea487" providerId="LiveId" clId="{789F42DD-A146-4A0A-A577-B549034765F6}" dt="2026-10-07T22:23:48.950" v="2316" actId="2696"/>
        <pc:sldMkLst>
          <pc:docMk/>
          <pc:sldMk cId="285554812" sldId="415"/>
        </pc:sldMkLst>
      </pc:sldChg>
      <pc:sldChg chg="del">
        <pc:chgData name="Arthur Hack" userId="5b508c48246ea487" providerId="LiveId" clId="{789F42DD-A146-4A0A-A577-B549034765F6}" dt="2026-10-07T22:23:49.003" v="2355" actId="2696"/>
        <pc:sldMkLst>
          <pc:docMk/>
          <pc:sldMk cId="1292397610" sldId="416"/>
        </pc:sldMkLst>
      </pc:sldChg>
      <pc:sldChg chg="del">
        <pc:chgData name="Arthur Hack" userId="5b508c48246ea487" providerId="LiveId" clId="{789F42DD-A146-4A0A-A577-B549034765F6}" dt="2026-10-07T22:23:48.974" v="2333" actId="2696"/>
        <pc:sldMkLst>
          <pc:docMk/>
          <pc:sldMk cId="2772541170" sldId="417"/>
        </pc:sldMkLst>
      </pc:sldChg>
      <pc:sldChg chg="del">
        <pc:chgData name="Arthur Hack" userId="5b508c48246ea487" providerId="LiveId" clId="{789F42DD-A146-4A0A-A577-B549034765F6}" dt="2026-10-07T22:23:48.957" v="2321" actId="2696"/>
        <pc:sldMkLst>
          <pc:docMk/>
          <pc:sldMk cId="3756971806" sldId="418"/>
        </pc:sldMkLst>
      </pc:sldChg>
      <pc:sldChg chg="del">
        <pc:chgData name="Arthur Hack" userId="5b508c48246ea487" providerId="LiveId" clId="{789F42DD-A146-4A0A-A577-B549034765F6}" dt="2026-10-07T22:23:48.972" v="2332" actId="2696"/>
        <pc:sldMkLst>
          <pc:docMk/>
          <pc:sldMk cId="2988821819" sldId="419"/>
        </pc:sldMkLst>
      </pc:sldChg>
      <pc:sldChg chg="del">
        <pc:chgData name="Arthur Hack" userId="5b508c48246ea487" providerId="LiveId" clId="{789F42DD-A146-4A0A-A577-B549034765F6}" dt="2026-10-07T22:23:48.971" v="2331" actId="2696"/>
        <pc:sldMkLst>
          <pc:docMk/>
          <pc:sldMk cId="3432562870" sldId="420"/>
        </pc:sldMkLst>
      </pc:sldChg>
      <pc:sldChg chg="del">
        <pc:chgData name="Arthur Hack" userId="5b508c48246ea487" providerId="LiveId" clId="{789F42DD-A146-4A0A-A577-B549034765F6}" dt="2026-10-07T22:23:48.970" v="2330" actId="2696"/>
        <pc:sldMkLst>
          <pc:docMk/>
          <pc:sldMk cId="256490365" sldId="421"/>
        </pc:sldMkLst>
      </pc:sldChg>
      <pc:sldChg chg="del">
        <pc:chgData name="Arthur Hack" userId="5b508c48246ea487" providerId="LiveId" clId="{789F42DD-A146-4A0A-A577-B549034765F6}" dt="2026-10-07T22:23:48.969" v="2329" actId="2696"/>
        <pc:sldMkLst>
          <pc:docMk/>
          <pc:sldMk cId="2897177315" sldId="422"/>
        </pc:sldMkLst>
      </pc:sldChg>
      <pc:sldChg chg="del">
        <pc:chgData name="Arthur Hack" userId="5b508c48246ea487" providerId="LiveId" clId="{789F42DD-A146-4A0A-A577-B549034765F6}" dt="2026-10-07T22:23:48.948" v="2315" actId="2696"/>
        <pc:sldMkLst>
          <pc:docMk/>
          <pc:sldMk cId="2045142826" sldId="423"/>
        </pc:sldMkLst>
      </pc:sldChg>
      <pc:sldChg chg="del">
        <pc:chgData name="Arthur Hack" userId="5b508c48246ea487" providerId="LiveId" clId="{789F42DD-A146-4A0A-A577-B549034765F6}" dt="2026-10-07T22:23:48.946" v="2314" actId="2696"/>
        <pc:sldMkLst>
          <pc:docMk/>
          <pc:sldMk cId="2302782714" sldId="424"/>
        </pc:sldMkLst>
      </pc:sldChg>
      <pc:sldChg chg="del">
        <pc:chgData name="Arthur Hack" userId="5b508c48246ea487" providerId="LiveId" clId="{789F42DD-A146-4A0A-A577-B549034765F6}" dt="2026-10-07T22:23:48.944" v="2313" actId="2696"/>
        <pc:sldMkLst>
          <pc:docMk/>
          <pc:sldMk cId="2827304274" sldId="425"/>
        </pc:sldMkLst>
      </pc:sldChg>
      <pc:sldChg chg="del">
        <pc:chgData name="Arthur Hack" userId="5b508c48246ea487" providerId="LiveId" clId="{789F42DD-A146-4A0A-A577-B549034765F6}" dt="2026-10-07T22:23:48.943" v="2312" actId="2696"/>
        <pc:sldMkLst>
          <pc:docMk/>
          <pc:sldMk cId="1412188799" sldId="426"/>
        </pc:sldMkLst>
      </pc:sldChg>
      <pc:sldChg chg="del">
        <pc:chgData name="Arthur Hack" userId="5b508c48246ea487" providerId="LiveId" clId="{789F42DD-A146-4A0A-A577-B549034765F6}" dt="2026-10-07T22:23:48.940" v="2311" actId="2696"/>
        <pc:sldMkLst>
          <pc:docMk/>
          <pc:sldMk cId="1487983279" sldId="427"/>
        </pc:sldMkLst>
      </pc:sldChg>
      <pc:sldChg chg="del">
        <pc:chgData name="Arthur Hack" userId="5b508c48246ea487" providerId="LiveId" clId="{789F42DD-A146-4A0A-A577-B549034765F6}" dt="2026-10-07T22:23:48.939" v="2310" actId="2696"/>
        <pc:sldMkLst>
          <pc:docMk/>
          <pc:sldMk cId="462578335" sldId="428"/>
        </pc:sldMkLst>
      </pc:sldChg>
      <pc:sldChg chg="del">
        <pc:chgData name="Arthur Hack" userId="5b508c48246ea487" providerId="LiveId" clId="{789F42DD-A146-4A0A-A577-B549034765F6}" dt="2026-10-07T22:23:48.938" v="2309" actId="2696"/>
        <pc:sldMkLst>
          <pc:docMk/>
          <pc:sldMk cId="374971160" sldId="429"/>
        </pc:sldMkLst>
      </pc:sldChg>
      <pc:sldChg chg="del">
        <pc:chgData name="Arthur Hack" userId="5b508c48246ea487" providerId="LiveId" clId="{789F42DD-A146-4A0A-A577-B549034765F6}" dt="2026-10-07T22:23:48.937" v="2308" actId="2696"/>
        <pc:sldMkLst>
          <pc:docMk/>
          <pc:sldMk cId="2153446728" sldId="430"/>
        </pc:sldMkLst>
      </pc:sldChg>
      <pc:sldChg chg="del">
        <pc:chgData name="Arthur Hack" userId="5b508c48246ea487" providerId="LiveId" clId="{789F42DD-A146-4A0A-A577-B549034765F6}" dt="2026-10-07T22:23:48.935" v="2307" actId="2696"/>
        <pc:sldMkLst>
          <pc:docMk/>
          <pc:sldMk cId="1514172446" sldId="431"/>
        </pc:sldMkLst>
      </pc:sldChg>
      <pc:sldChg chg="del">
        <pc:chgData name="Arthur Hack" userId="5b508c48246ea487" providerId="LiveId" clId="{789F42DD-A146-4A0A-A577-B549034765F6}" dt="2026-10-07T22:23:48.934" v="2306" actId="2696"/>
        <pc:sldMkLst>
          <pc:docMk/>
          <pc:sldMk cId="2416546879" sldId="432"/>
        </pc:sldMkLst>
      </pc:sldChg>
      <pc:sldChg chg="del">
        <pc:chgData name="Arthur Hack" userId="5b508c48246ea487" providerId="LiveId" clId="{789F42DD-A146-4A0A-A577-B549034765F6}" dt="2026-10-07T22:23:48.933" v="2305" actId="2696"/>
        <pc:sldMkLst>
          <pc:docMk/>
          <pc:sldMk cId="223126714" sldId="433"/>
        </pc:sldMkLst>
      </pc:sldChg>
      <pc:sldChg chg="del">
        <pc:chgData name="Arthur Hack" userId="5b508c48246ea487" providerId="LiveId" clId="{789F42DD-A146-4A0A-A577-B549034765F6}" dt="2026-10-07T22:23:48.931" v="2304" actId="2696"/>
        <pc:sldMkLst>
          <pc:docMk/>
          <pc:sldMk cId="1725270981" sldId="434"/>
        </pc:sldMkLst>
      </pc:sldChg>
      <pc:sldChg chg="del">
        <pc:chgData name="Arthur Hack" userId="5b508c48246ea487" providerId="LiveId" clId="{789F42DD-A146-4A0A-A577-B549034765F6}" dt="2026-10-07T22:23:48.930" v="2303" actId="2696"/>
        <pc:sldMkLst>
          <pc:docMk/>
          <pc:sldMk cId="792361397" sldId="435"/>
        </pc:sldMkLst>
      </pc:sldChg>
      <pc:sldChg chg="del">
        <pc:chgData name="Arthur Hack" userId="5b508c48246ea487" providerId="LiveId" clId="{789F42DD-A146-4A0A-A577-B549034765F6}" dt="2026-10-07T22:23:48.928" v="2302" actId="2696"/>
        <pc:sldMkLst>
          <pc:docMk/>
          <pc:sldMk cId="4189418671" sldId="436"/>
        </pc:sldMkLst>
      </pc:sldChg>
      <pc:sldChg chg="del">
        <pc:chgData name="Arthur Hack" userId="5b508c48246ea487" providerId="LiveId" clId="{789F42DD-A146-4A0A-A577-B549034765F6}" dt="2026-10-07T22:23:48.925" v="2300" actId="2696"/>
        <pc:sldMkLst>
          <pc:docMk/>
          <pc:sldMk cId="2195743992" sldId="438"/>
        </pc:sldMkLst>
      </pc:sldChg>
      <pc:sldChg chg="del">
        <pc:chgData name="Arthur Hack" userId="5b508c48246ea487" providerId="LiveId" clId="{789F42DD-A146-4A0A-A577-B549034765F6}" dt="2026-10-07T22:23:48.925" v="2299" actId="2696"/>
        <pc:sldMkLst>
          <pc:docMk/>
          <pc:sldMk cId="3570740806" sldId="439"/>
        </pc:sldMkLst>
      </pc:sldChg>
      <pc:sldChg chg="del">
        <pc:chgData name="Arthur Hack" userId="5b508c48246ea487" providerId="LiveId" clId="{789F42DD-A146-4A0A-A577-B549034765F6}" dt="2026-10-07T22:23:48.923" v="2298" actId="2696"/>
        <pc:sldMkLst>
          <pc:docMk/>
          <pc:sldMk cId="4197315075" sldId="440"/>
        </pc:sldMkLst>
      </pc:sldChg>
      <pc:sldChg chg="del">
        <pc:chgData name="Arthur Hack" userId="5b508c48246ea487" providerId="LiveId" clId="{789F42DD-A146-4A0A-A577-B549034765F6}" dt="2026-10-07T22:23:48.922" v="2297" actId="2696"/>
        <pc:sldMkLst>
          <pc:docMk/>
          <pc:sldMk cId="530487457" sldId="441"/>
        </pc:sldMkLst>
      </pc:sldChg>
      <pc:sldChg chg="del">
        <pc:chgData name="Arthur Hack" userId="5b508c48246ea487" providerId="LiveId" clId="{789F42DD-A146-4A0A-A577-B549034765F6}" dt="2026-10-07T22:23:48.920" v="2296" actId="2696"/>
        <pc:sldMkLst>
          <pc:docMk/>
          <pc:sldMk cId="4293364944" sldId="442"/>
        </pc:sldMkLst>
      </pc:sldChg>
      <pc:sldChg chg="del">
        <pc:chgData name="Arthur Hack" userId="5b508c48246ea487" providerId="LiveId" clId="{789F42DD-A146-4A0A-A577-B549034765F6}" dt="2026-10-07T22:23:48.917" v="2295" actId="2696"/>
        <pc:sldMkLst>
          <pc:docMk/>
          <pc:sldMk cId="2637096251" sldId="443"/>
        </pc:sldMkLst>
      </pc:sldChg>
      <pc:sldChg chg="del">
        <pc:chgData name="Arthur Hack" userId="5b508c48246ea487" providerId="LiveId" clId="{789F42DD-A146-4A0A-A577-B549034765F6}" dt="2026-10-07T22:23:48.911" v="2294" actId="2696"/>
        <pc:sldMkLst>
          <pc:docMk/>
          <pc:sldMk cId="378395084" sldId="44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69E24D-9DBE-4DAB-A481-718B3C423892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E33F2-1AEA-4A8F-89D6-776151CD4A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9350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0224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217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4594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5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375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54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71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84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948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23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454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9949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2908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11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63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712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27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74823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79B5E-51D5-CC6F-C103-505EE3493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6D060-6F7A-F4C1-D2E4-0F0659853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Alambique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Pode </a:t>
            </a:r>
            <a:r>
              <a:rPr lang="en-US" sz="7200" dirty="0" err="1">
                <a:cs typeface="Arial" panose="020B0604020202020204" pitchFamily="34" charset="0"/>
              </a:rPr>
              <a:t>Passar</a:t>
            </a:r>
            <a:r>
              <a:rPr lang="en-US" sz="7200" dirty="0">
                <a:cs typeface="Arial" panose="020B0604020202020204" pitchFamily="34" charset="0"/>
              </a:rPr>
              <a:t> o Rodo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Sofro</a:t>
            </a:r>
            <a:r>
              <a:rPr lang="en-US" sz="7200" dirty="0">
                <a:cs typeface="Arial" panose="020B0604020202020204" pitchFamily="34" charset="0"/>
              </a:rPr>
              <a:t> e Choro </a:t>
            </a:r>
            <a:r>
              <a:rPr lang="en-US" sz="7200" dirty="0" err="1">
                <a:solidFill>
                  <a:srgbClr val="FF0000"/>
                </a:solidFill>
                <a:cs typeface="Arial" panose="020B0604020202020204" pitchFamily="34" charset="0"/>
              </a:rPr>
              <a:t>Ré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310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AD9F0-B35F-2D15-A508-D4F12D91C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4091D0-D195-F876-EF51-4B0F6242B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Amor </a:t>
            </a:r>
            <a:r>
              <a:rPr lang="pt-BR" sz="7200" dirty="0" err="1"/>
              <a:t>Carrapixo</a:t>
            </a:r>
            <a:r>
              <a:rPr lang="pt-BR" sz="7200" dirty="0"/>
              <a:t> </a:t>
            </a:r>
            <a:r>
              <a:rPr lang="pt-BR" sz="7200" dirty="0" err="1">
                <a:solidFill>
                  <a:srgbClr val="FF0000"/>
                </a:solidFill>
              </a:rPr>
              <a:t>Mib</a:t>
            </a:r>
            <a:br>
              <a:rPr lang="pt-BR" sz="7200" dirty="0"/>
            </a:br>
            <a:r>
              <a:rPr lang="pt-BR" sz="7200" dirty="0"/>
              <a:t>Casa Cair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Sola Da Bota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br>
              <a:rPr lang="pt-BR" sz="7200" dirty="0"/>
            </a:br>
            <a:r>
              <a:rPr lang="pt-BR" sz="7200" dirty="0"/>
              <a:t>Garagem Da Vizinha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335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7A167-C098-6DE2-837D-3E66E244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EE4D5B-4F39-DB7A-9AFE-865775B1E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Barco do Amor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Sem Amor </a:t>
            </a:r>
            <a:r>
              <a:rPr lang="en-US" sz="7200" dirty="0" err="1">
                <a:cs typeface="Arial" panose="020B0604020202020204" pitchFamily="34" charset="0"/>
              </a:rPr>
              <a:t>Ningém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 err="1">
                <a:cs typeface="Arial" panose="020B0604020202020204" pitchFamily="34" charset="0"/>
              </a:rPr>
              <a:t>Vive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 err="1">
                <a:solidFill>
                  <a:srgbClr val="FF0000"/>
                </a:solidFill>
                <a:cs typeface="Arial" panose="020B0604020202020204" pitchFamily="34" charset="0"/>
              </a:rPr>
              <a:t>Ré</a:t>
            </a:r>
            <a:endParaRPr lang="en-US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Rosto</a:t>
            </a:r>
            <a:r>
              <a:rPr lang="en-US" sz="7200" dirty="0">
                <a:cs typeface="Arial" panose="020B0604020202020204" pitchFamily="34" charset="0"/>
              </a:rPr>
              <a:t> Desmaquiado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Vida Cor de Rosa </a:t>
            </a:r>
            <a:r>
              <a:rPr lang="en-US" sz="7200" dirty="0" err="1">
                <a:solidFill>
                  <a:srgbClr val="FF0000"/>
                </a:solidFill>
                <a:cs typeface="Arial" panose="020B0604020202020204" pitchFamily="34" charset="0"/>
              </a:rPr>
              <a:t>Ré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486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368F7-8463-5FDF-B0A7-9FD33561A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8799B4-3B8B-F365-674E-1AA758B1E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4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 err="1"/>
              <a:t>Barquinnha</a:t>
            </a:r>
            <a:r>
              <a:rPr lang="pt-BR" sz="7200" dirty="0"/>
              <a:t> De Ouro </a:t>
            </a:r>
            <a:r>
              <a:rPr lang="pt-BR" sz="7200" dirty="0" err="1">
                <a:solidFill>
                  <a:srgbClr val="FF0000"/>
                </a:solidFill>
              </a:rPr>
              <a:t>Fa</a:t>
            </a:r>
            <a:r>
              <a:rPr lang="pt-BR" sz="7200" dirty="0">
                <a:solidFill>
                  <a:srgbClr val="FF0000"/>
                </a:solidFill>
              </a:rPr>
              <a:t>#</a:t>
            </a:r>
            <a:br>
              <a:rPr lang="pt-BR" sz="7200" dirty="0"/>
            </a:br>
            <a:r>
              <a:rPr lang="pt-BR" sz="7200" dirty="0" err="1"/>
              <a:t>Voce</a:t>
            </a:r>
            <a:r>
              <a:rPr lang="pt-BR" sz="7200" dirty="0"/>
              <a:t> </a:t>
            </a:r>
            <a:r>
              <a:rPr lang="pt-BR" sz="7200" dirty="0" err="1"/>
              <a:t>Nao</a:t>
            </a:r>
            <a:r>
              <a:rPr lang="pt-BR" sz="7200" dirty="0"/>
              <a:t> Vale Nada </a:t>
            </a:r>
            <a:r>
              <a:rPr lang="pt-BR" sz="7200" dirty="0" err="1">
                <a:solidFill>
                  <a:srgbClr val="FF0000"/>
                </a:solidFill>
              </a:rPr>
              <a:t>SIm</a:t>
            </a:r>
            <a:br>
              <a:rPr lang="pt-BR" sz="7200" dirty="0"/>
            </a:br>
            <a:r>
              <a:rPr lang="pt-BR" sz="7200" dirty="0"/>
              <a:t>Morango Do Nordeste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791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FA2F3-BC5F-E536-2A6D-037656D1C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2BC6E7-FDE6-1691-A86C-C34065B08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5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0" dirty="0">
                <a:cs typeface="Arial" panose="020B0604020202020204" pitchFamily="34" charset="0"/>
              </a:rPr>
              <a:t>Camisa </a:t>
            </a:r>
            <a:r>
              <a:rPr lang="en-US" sz="6000" dirty="0" err="1">
                <a:cs typeface="Arial" panose="020B0604020202020204" pitchFamily="34" charset="0"/>
              </a:rPr>
              <a:t>Manchada</a:t>
            </a:r>
            <a:r>
              <a:rPr lang="en-US" sz="6000" dirty="0">
                <a:cs typeface="Arial" panose="020B0604020202020204" pitchFamily="34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0" dirty="0">
                <a:cs typeface="Arial" panose="020B0604020202020204" pitchFamily="34" charset="0"/>
              </a:rPr>
              <a:t>Esta Noite Como </a:t>
            </a:r>
            <a:r>
              <a:rPr lang="en-US" sz="6000" dirty="0" err="1">
                <a:cs typeface="Arial" panose="020B0604020202020204" pitchFamily="34" charset="0"/>
              </a:rPr>
              <a:t>Lembrança</a:t>
            </a:r>
            <a:r>
              <a:rPr lang="en-US" sz="6000" dirty="0">
                <a:cs typeface="Arial" panose="020B0604020202020204" pitchFamily="34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cs typeface="Arial" panose="020B0604020202020204" pitchFamily="34" charset="0"/>
              </a:rPr>
              <a:t>Do</a:t>
            </a:r>
            <a:endParaRPr lang="pt-BR" sz="6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967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F9B04-E36D-CFC9-424B-663C997F3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0FA326-5BDF-6400-83DF-E705E9993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6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Catchaqueira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Luz Da Minha Vida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14050-DA13-E65F-ADC3-C6C4FE41D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4230CB-DDB7-2262-4B58-73E2DB8D2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7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Culpa é Sua </a:t>
            </a:r>
            <a:r>
              <a:rPr lang="pt-BR" sz="7200" dirty="0">
                <a:solidFill>
                  <a:srgbClr val="FF0000"/>
                </a:solidFill>
              </a:rPr>
              <a:t>Ré</a:t>
            </a:r>
            <a:br>
              <a:rPr lang="pt-BR" sz="7200" dirty="0"/>
            </a:br>
            <a:r>
              <a:rPr lang="pt-BR" sz="7200" dirty="0"/>
              <a:t>Risca Faca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Lua e a Noite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666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4F9CB-FB94-2F44-DD76-EA24F16B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D39500-4C53-34FC-FFED-640B4A9AC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8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6600" dirty="0"/>
              <a:t>Do Outro Lado Da Cidade </a:t>
            </a:r>
            <a:r>
              <a:rPr lang="pt-BR" sz="6600" dirty="0">
                <a:solidFill>
                  <a:srgbClr val="FF0000"/>
                </a:solidFill>
              </a:rPr>
              <a:t>Fá</a:t>
            </a:r>
            <a:br>
              <a:rPr lang="pt-BR" sz="6600" dirty="0"/>
            </a:br>
            <a:r>
              <a:rPr lang="pt-BR" sz="6600" dirty="0"/>
              <a:t>Estrada Da Vida </a:t>
            </a:r>
            <a:r>
              <a:rPr lang="pt-BR" sz="6600" dirty="0" err="1">
                <a:solidFill>
                  <a:srgbClr val="FF0000"/>
                </a:solidFill>
              </a:rPr>
              <a:t>Sib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984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E346A-9972-92EB-B0CD-8664C2D9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755BA8-088E-D120-16F8-A2B670A31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9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Ele </a:t>
            </a:r>
            <a:r>
              <a:rPr lang="en-US" sz="7200" dirty="0" err="1">
                <a:cs typeface="Arial" panose="020B0604020202020204" pitchFamily="34" charset="0"/>
              </a:rPr>
              <a:t>te</a:t>
            </a:r>
            <a:r>
              <a:rPr lang="en-US" sz="7200" dirty="0">
                <a:cs typeface="Arial" panose="020B0604020202020204" pitchFamily="34" charset="0"/>
              </a:rPr>
              <a:t> Trai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Cama </a:t>
            </a:r>
            <a:r>
              <a:rPr lang="en-US" sz="7200" dirty="0" err="1">
                <a:cs typeface="Arial" panose="020B0604020202020204" pitchFamily="34" charset="0"/>
              </a:rPr>
              <a:t>Vazia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Meu Ex Amor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83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2C64B-6E59-4394-25F6-3DE75D148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144AC7-7E7A-A583-23E5-B6F06606F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10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Fim De Semana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br>
              <a:rPr lang="pt-BR" sz="7200" dirty="0"/>
            </a:br>
            <a:r>
              <a:rPr lang="pt-BR" sz="7200" dirty="0"/>
              <a:t>Gosto Que Me Enrosco </a:t>
            </a:r>
            <a:r>
              <a:rPr lang="pt-BR" sz="7200" dirty="0" err="1">
                <a:solidFill>
                  <a:srgbClr val="FF0000"/>
                </a:solidFill>
              </a:rPr>
              <a:t>Mib</a:t>
            </a:r>
            <a:br>
              <a:rPr lang="pt-BR" sz="7200" dirty="0"/>
            </a:br>
            <a:r>
              <a:rPr lang="pt-BR" sz="7200" dirty="0"/>
              <a:t>Novela Das 8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726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FC151-494E-C422-797A-C258B6432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CA5A68-A691-1DFC-B76A-A275278AF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5400" dirty="0"/>
              <a:t>Garçom </a:t>
            </a:r>
            <a:r>
              <a:rPr lang="pt-BR" sz="5400" dirty="0">
                <a:solidFill>
                  <a:srgbClr val="FF0000"/>
                </a:solidFill>
              </a:rPr>
              <a:t>La</a:t>
            </a:r>
            <a:br>
              <a:rPr lang="pt-BR" sz="5400" dirty="0"/>
            </a:br>
            <a:r>
              <a:rPr lang="pt-BR" sz="5400" dirty="0"/>
              <a:t>Ninguém Segura o Coração </a:t>
            </a:r>
            <a:r>
              <a:rPr lang="pt-BR" sz="5400" dirty="0">
                <a:solidFill>
                  <a:srgbClr val="FF0000"/>
                </a:solidFill>
              </a:rPr>
              <a:t>Do</a:t>
            </a:r>
            <a:br>
              <a:rPr lang="pt-BR" sz="5400" dirty="0"/>
            </a:br>
            <a:r>
              <a:rPr lang="pt-BR" sz="5400" dirty="0"/>
              <a:t>Misturinha </a:t>
            </a:r>
            <a:r>
              <a:rPr lang="pt-BR" sz="5400" dirty="0" err="1">
                <a:solidFill>
                  <a:srgbClr val="FF0000"/>
                </a:solidFill>
              </a:rPr>
              <a:t>Fa</a:t>
            </a:r>
            <a:br>
              <a:rPr lang="pt-BR" sz="5400" dirty="0"/>
            </a:br>
            <a:r>
              <a:rPr lang="pt-BR" sz="5400" dirty="0"/>
              <a:t>Essa Cama Eu Não Vendo </a:t>
            </a:r>
            <a:r>
              <a:rPr lang="pt-BR" sz="5400" dirty="0">
                <a:solidFill>
                  <a:srgbClr val="FF0000"/>
                </a:solidFill>
              </a:rPr>
              <a:t>La</a:t>
            </a:r>
            <a:br>
              <a:rPr lang="pt-BR" sz="5400" dirty="0"/>
            </a:br>
            <a:r>
              <a:rPr lang="pt-BR" sz="5400" dirty="0"/>
              <a:t>Preciso Te Falar </a:t>
            </a:r>
            <a:r>
              <a:rPr lang="pt-BR" sz="5400" dirty="0">
                <a:solidFill>
                  <a:srgbClr val="FF0000"/>
                </a:solidFill>
              </a:rPr>
              <a:t>La</a:t>
            </a:r>
            <a:br>
              <a:rPr lang="pt-BR" sz="5400" dirty="0"/>
            </a:br>
            <a:r>
              <a:rPr lang="pt-BR" sz="5400" dirty="0"/>
              <a:t>Flashback </a:t>
            </a:r>
            <a:r>
              <a:rPr lang="pt-BR" sz="5400" dirty="0">
                <a:solidFill>
                  <a:srgbClr val="FF0000"/>
                </a:solidFill>
              </a:rPr>
              <a:t>Mi</a:t>
            </a:r>
            <a:endParaRPr lang="pt-BR" sz="5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950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AE8CC-C8B1-A600-C100-3EA4EF14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AF27D5-B5D7-7717-6A07-F624FC04D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Guardanapo </a:t>
            </a:r>
            <a:r>
              <a:rPr lang="pt-BR" sz="7200" dirty="0" err="1">
                <a:solidFill>
                  <a:srgbClr val="FF0000"/>
                </a:solidFill>
              </a:rPr>
              <a:t>Sib</a:t>
            </a:r>
            <a:endParaRPr lang="pt-BR" sz="7200" dirty="0">
              <a:solidFill>
                <a:srgbClr val="FF0000"/>
              </a:solidFill>
            </a:endParaRP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Transgênica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br>
              <a:rPr lang="pt-BR" sz="7200" dirty="0"/>
            </a:br>
            <a:r>
              <a:rPr lang="pt-BR" sz="7200" dirty="0"/>
              <a:t>Caso Marcado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58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48DBC-F736-8F03-7883-EE47471E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49DDBB-6AD7-2570-23C0-15112A9C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Lágrimas Sobre a Mesa </a:t>
            </a:r>
            <a:r>
              <a:rPr lang="pt-BR" sz="7200" dirty="0">
                <a:solidFill>
                  <a:srgbClr val="FF0000"/>
                </a:solidFill>
              </a:rPr>
              <a:t>Re</a:t>
            </a:r>
            <a:br>
              <a:rPr lang="pt-BR" sz="7200" dirty="0"/>
            </a:br>
            <a:r>
              <a:rPr lang="pt-BR" sz="7200" dirty="0"/>
              <a:t>Página Virada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Fique </a:t>
            </a:r>
            <a:r>
              <a:rPr lang="pt-BR" sz="7200" dirty="0" err="1">
                <a:solidFill>
                  <a:srgbClr val="FF0000"/>
                </a:solidFill>
              </a:rPr>
              <a:t>Sib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483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3A0C2-0DD0-DEBF-0286-61E1A4D69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491B2F-C47D-F267-D199-7649973F7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14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Maria </a:t>
            </a:r>
            <a:r>
              <a:rPr lang="pt-BR" sz="7200" dirty="0" err="1"/>
              <a:t>Tcha</a:t>
            </a:r>
            <a:r>
              <a:rPr lang="pt-BR" sz="7200" dirty="0"/>
              <a:t> </a:t>
            </a:r>
            <a:r>
              <a:rPr lang="pt-BR" sz="7200" dirty="0" err="1"/>
              <a:t>Tcha</a:t>
            </a:r>
            <a:r>
              <a:rPr lang="pt-BR" sz="7200" dirty="0"/>
              <a:t> </a:t>
            </a:r>
            <a:r>
              <a:rPr lang="pt-BR" sz="7200" dirty="0" err="1"/>
              <a:t>Tcha</a:t>
            </a:r>
            <a:r>
              <a:rPr lang="pt-BR" sz="7200" dirty="0"/>
              <a:t>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br>
              <a:rPr lang="pt-BR" sz="7200" dirty="0"/>
            </a:br>
            <a:r>
              <a:rPr lang="pt-BR" sz="7200" dirty="0"/>
              <a:t>Preciso Te Encontrar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br>
              <a:rPr lang="pt-BR" sz="7200" dirty="0"/>
            </a:br>
            <a:r>
              <a:rPr lang="pt-BR" sz="7200" dirty="0"/>
              <a:t>Você Vai Ver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039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868E-5395-C651-26BC-86AA2D54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CD7301-FE06-33D8-B74C-D9421B199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15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Mineirinho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Cheia De Manias </a:t>
            </a:r>
            <a:r>
              <a:rPr lang="pt-BR" sz="7200" dirty="0" err="1">
                <a:solidFill>
                  <a:srgbClr val="FF0000"/>
                </a:solidFill>
              </a:rPr>
              <a:t>SOLm</a:t>
            </a:r>
            <a:br>
              <a:rPr lang="pt-BR" sz="7200" dirty="0"/>
            </a:br>
            <a:r>
              <a:rPr lang="pt-BR" sz="7200" dirty="0"/>
              <a:t>Deus Me Livre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947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F8FE7-F682-F272-86B7-05E04CD81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C924BC-F62C-79CC-E31A-7623E1BCB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16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Nosso Amor Terminou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Assino Com X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158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65271-E891-BC86-E338-D59A2C581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402F7C-E595-D55C-27A2-60AE59A49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17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Novela das 8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Melô</a:t>
            </a:r>
            <a:r>
              <a:rPr lang="en-US" sz="7200" dirty="0">
                <a:cs typeface="Arial" panose="020B0604020202020204" pitchFamily="34" charset="0"/>
              </a:rPr>
              <a:t> do Rolo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Do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Heyo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 err="1">
                <a:cs typeface="Arial" panose="020B0604020202020204" pitchFamily="34" charset="0"/>
              </a:rPr>
              <a:t>Heyo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671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C69B3-7FFE-985B-C272-381403E7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3A97F9-544A-86ED-A8D4-3908F9C6C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18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Olhos</a:t>
            </a:r>
            <a:r>
              <a:rPr lang="en-US" sz="7200" dirty="0">
                <a:cs typeface="Arial" panose="020B0604020202020204" pitchFamily="34" charset="0"/>
              </a:rPr>
              <a:t> Negros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Alô</a:t>
            </a:r>
            <a:r>
              <a:rPr lang="en-US" sz="7200" dirty="0">
                <a:cs typeface="Arial" panose="020B0604020202020204" pitchFamily="34" charset="0"/>
              </a:rPr>
              <a:t> meu Amor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400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867AB-43F6-377A-AAC1-744F69C2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72618C-C58E-C917-D49B-9C5A94891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19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6600" dirty="0"/>
              <a:t>Pegando Ônibus </a:t>
            </a:r>
            <a:r>
              <a:rPr lang="pt-BR" sz="6600" dirty="0">
                <a:solidFill>
                  <a:srgbClr val="FF0000"/>
                </a:solidFill>
              </a:rPr>
              <a:t>Sol</a:t>
            </a:r>
            <a:br>
              <a:rPr lang="pt-BR" sz="6600" dirty="0"/>
            </a:br>
            <a:r>
              <a:rPr lang="pt-BR" sz="6600" dirty="0"/>
              <a:t>Bandido Do Amor </a:t>
            </a:r>
            <a:r>
              <a:rPr lang="pt-BR" sz="6600" dirty="0" err="1">
                <a:solidFill>
                  <a:srgbClr val="FF0000"/>
                </a:solidFill>
              </a:rPr>
              <a:t>Sib</a:t>
            </a:r>
            <a:br>
              <a:rPr lang="pt-BR" sz="6600" dirty="0"/>
            </a:br>
            <a:r>
              <a:rPr lang="pt-BR" sz="6600" dirty="0"/>
              <a:t>O Que Tiver Que Vir Virá </a:t>
            </a:r>
            <a:r>
              <a:rPr lang="pt-BR" sz="6600" dirty="0">
                <a:solidFill>
                  <a:srgbClr val="FF0000"/>
                </a:solidFill>
              </a:rPr>
              <a:t>Do#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821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F0B36-102A-E5F3-D123-BEC997532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49180E-CF19-DCBB-8BE5-CEBA7D287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20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Perigosa e Linda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br>
              <a:rPr lang="pt-BR" sz="7200" dirty="0"/>
            </a:br>
            <a:r>
              <a:rPr lang="pt-BR" sz="7200" dirty="0" err="1"/>
              <a:t>Cumpadi</a:t>
            </a:r>
            <a:r>
              <a:rPr lang="pt-BR" sz="7200" dirty="0"/>
              <a:t> e </a:t>
            </a:r>
            <a:r>
              <a:rPr lang="pt-BR" sz="7200" dirty="0" err="1"/>
              <a:t>Cumadi</a:t>
            </a:r>
            <a:r>
              <a:rPr lang="pt-BR" sz="7200" dirty="0"/>
              <a:t> </a:t>
            </a:r>
            <a:r>
              <a:rPr lang="pt-BR" sz="7200" dirty="0">
                <a:solidFill>
                  <a:srgbClr val="FF0000"/>
                </a:solidFill>
              </a:rPr>
              <a:t>Re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636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C8960-8652-DE75-AFB1-77317FD58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828EEE-9FC6-D3EE-F215-9117F8B04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Reprises De Amor </a:t>
            </a:r>
            <a:r>
              <a:rPr lang="pt-BR" sz="7200" dirty="0">
                <a:solidFill>
                  <a:srgbClr val="FF0000"/>
                </a:solidFill>
              </a:rPr>
              <a:t>Si</a:t>
            </a:r>
            <a:br>
              <a:rPr lang="pt-BR" sz="7200" dirty="0"/>
            </a:br>
            <a:r>
              <a:rPr lang="pt-BR" sz="7200" dirty="0"/>
              <a:t>Eu O Copo e a Solidão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Você Me Tira Do Ar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725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C0560-F42D-B3E9-EB8D-F86DFA3CE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12BE16-7D88-7FAD-8E12-6744BEE2C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Santa Catarina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Baile Bom </a:t>
            </a:r>
            <a:r>
              <a:rPr lang="pt-BR" sz="7200" dirty="0" err="1">
                <a:solidFill>
                  <a:srgbClr val="FF0000"/>
                </a:solidFill>
              </a:rPr>
              <a:t>Fa</a:t>
            </a:r>
            <a:br>
              <a:rPr lang="pt-BR" sz="7200" dirty="0"/>
            </a:br>
            <a:r>
              <a:rPr lang="pt-BR" sz="7200" dirty="0"/>
              <a:t>Diga Locutor </a:t>
            </a:r>
            <a:r>
              <a:rPr lang="pt-BR" sz="7200" dirty="0" err="1">
                <a:solidFill>
                  <a:srgbClr val="FF0000"/>
                </a:solidFill>
              </a:rPr>
              <a:t>Mib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242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9A1D3-2113-71EE-4462-E79F923B6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Vagabundo </a:t>
            </a:r>
            <a:r>
              <a:rPr lang="pt-BR" sz="7200" dirty="0" err="1">
                <a:solidFill>
                  <a:srgbClr val="FF0000"/>
                </a:solidFill>
              </a:rPr>
              <a:t>SIBm</a:t>
            </a:r>
            <a:br>
              <a:rPr lang="pt-BR" sz="7200" dirty="0"/>
            </a:br>
            <a:r>
              <a:rPr lang="pt-BR" sz="7200" dirty="0"/>
              <a:t>Agarra </a:t>
            </a:r>
            <a:r>
              <a:rPr lang="pt-BR" sz="7200" dirty="0" err="1"/>
              <a:t>Agara</a:t>
            </a:r>
            <a:r>
              <a:rPr lang="pt-BR" sz="7200" dirty="0"/>
              <a:t> </a:t>
            </a:r>
            <a:r>
              <a:rPr lang="pt-BR" sz="7200" dirty="0">
                <a:solidFill>
                  <a:srgbClr val="FF0000"/>
                </a:solidFill>
              </a:rPr>
              <a:t>Re</a:t>
            </a:r>
            <a:br>
              <a:rPr lang="pt-BR" sz="7200" dirty="0"/>
            </a:br>
            <a:r>
              <a:rPr lang="pt-BR" sz="7200" dirty="0"/>
              <a:t>Vira e Mexe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409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24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Alô Galera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Essa Cama Eu Não Vendo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Pintou Uma Paixão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Transgênica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Algo Me Diz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25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Barril de Chopp </a:t>
            </a:r>
            <a:r>
              <a:rPr lang="pt-BR" sz="7200" dirty="0">
                <a:solidFill>
                  <a:srgbClr val="FF0000"/>
                </a:solidFill>
              </a:rPr>
              <a:t>Sib-Mib</a:t>
            </a:r>
            <a:br>
              <a:rPr lang="pt-BR" sz="7200" dirty="0"/>
            </a:br>
            <a:r>
              <a:rPr lang="pt-BR" sz="7200" dirty="0"/>
              <a:t>Ouro na Estrada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Bebidas de Amor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26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Beija Beija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Marreca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Kerbfert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27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Camisa Manchada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br>
              <a:rPr lang="pt-BR" sz="7200" dirty="0"/>
            </a:br>
            <a:r>
              <a:rPr lang="pt-BR" sz="7200" dirty="0"/>
              <a:t>&lt;falta o nome&gt;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Estrada Da Vida </a:t>
            </a:r>
            <a:r>
              <a:rPr lang="pt-BR" sz="7200" dirty="0">
                <a:solidFill>
                  <a:srgbClr val="FF0000"/>
                </a:solidFill>
              </a:rPr>
              <a:t>Sib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28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5400" dirty="0"/>
              <a:t>Coronel Boogey </a:t>
            </a:r>
            <a:r>
              <a:rPr lang="pt-BR" sz="5400" dirty="0">
                <a:solidFill>
                  <a:srgbClr val="FF0000"/>
                </a:solidFill>
              </a:rPr>
              <a:t>??</a:t>
            </a:r>
            <a:br>
              <a:rPr lang="pt-BR" sz="5400" dirty="0"/>
            </a:br>
            <a:r>
              <a:rPr lang="pt-BR" sz="5400" dirty="0"/>
              <a:t>Marcha do Coelho </a:t>
            </a:r>
            <a:r>
              <a:rPr lang="pt-BR" sz="54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29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Dai Que Mioro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Latinha na Goteira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Morenaça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Misturinha </a:t>
            </a:r>
            <a:r>
              <a:rPr lang="pt-BR" sz="7200" dirty="0">
                <a:solidFill>
                  <a:srgbClr val="FF0000"/>
                </a:solidFill>
              </a:rPr>
              <a:t>Fa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30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Heyo Heyo </a:t>
            </a:r>
            <a:r>
              <a:rPr lang="pt-BR" sz="7200" dirty="0">
                <a:solidFill>
                  <a:srgbClr val="FF0000"/>
                </a:solidFill>
              </a:rPr>
              <a:t>Mib</a:t>
            </a:r>
            <a:br>
              <a:rPr lang="pt-BR" sz="7200" dirty="0"/>
            </a:br>
            <a:r>
              <a:rPr lang="pt-BR" sz="7200" dirty="0"/>
              <a:t>Zic Zac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Salada de Frutas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Nova Iorque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Meu Ex Amor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O Que Tiver Que Vir Virá </a:t>
            </a:r>
            <a:r>
              <a:rPr lang="pt-BR" sz="7200" dirty="0">
                <a:solidFill>
                  <a:srgbClr val="FF0000"/>
                </a:solidFill>
              </a:rPr>
              <a:t>Ré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Ponto Chick </a:t>
            </a:r>
            <a:r>
              <a:rPr lang="pt-BR" sz="7200" dirty="0">
                <a:solidFill>
                  <a:srgbClr val="FF0000"/>
                </a:solidFill>
              </a:rPr>
              <a:t>Sib-Mib</a:t>
            </a:r>
            <a:br>
              <a:rPr lang="pt-BR" sz="7200" dirty="0"/>
            </a:br>
            <a:r>
              <a:rPr lang="pt-BR" sz="7200" dirty="0"/>
              <a:t>Rancho Grande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Feliz em Festa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Loop de Vaneira </a:t>
            </a:r>
            <a:r>
              <a:rPr lang="pt-BR" sz="7200" dirty="0">
                <a:solidFill>
                  <a:srgbClr val="FF0000"/>
                </a:solidFill>
              </a:rPr>
              <a:t>82 BPM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7683</TotalTime>
  <Words>523</Words>
  <Application>Microsoft Office PowerPoint</Application>
  <PresentationFormat>Widescreen</PresentationFormat>
  <Paragraphs>78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8" baseType="lpstr">
      <vt:lpstr>Arial</vt:lpstr>
      <vt:lpstr>Bookman Old Style</vt:lpstr>
      <vt:lpstr>Calibri</vt:lpstr>
      <vt:lpstr>Rockwell</vt:lpstr>
      <vt:lpstr>Damask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seven</dc:creator>
  <cp:lastModifiedBy>Arthur Hack</cp:lastModifiedBy>
  <cp:revision>241</cp:revision>
  <dcterms:created xsi:type="dcterms:W3CDTF">2013-10-24T23:23:00Z</dcterms:created>
  <dcterms:modified xsi:type="dcterms:W3CDTF">2026-10-07T22:23:49Z</dcterms:modified>
</cp:coreProperties>
</file>