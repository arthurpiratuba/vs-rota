
<file path=[Content_Types].xml><?xml version="1.0" encoding="utf-8"?>
<Types xmlns="http://schemas.openxmlformats.org/package/2006/content-types">
  <Default Extension="enc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handoutMasterIdLst>
    <p:handoutMasterId r:id="rId65"/>
  </p:handoutMasterIdLst>
  <p:sldIdLst>
    <p:sldId id="392" r:id="rId2"/>
    <p:sldId id="416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3" r:id="rId15"/>
    <p:sldId id="380" r:id="rId16"/>
    <p:sldId id="396" r:id="rId17"/>
    <p:sldId id="397" r:id="rId18"/>
    <p:sldId id="398" r:id="rId19"/>
    <p:sldId id="394" r:id="rId20"/>
    <p:sldId id="395" r:id="rId21"/>
    <p:sldId id="399" r:id="rId22"/>
    <p:sldId id="401" r:id="rId23"/>
    <p:sldId id="400" r:id="rId24"/>
    <p:sldId id="417" r:id="rId25"/>
    <p:sldId id="419" r:id="rId26"/>
    <p:sldId id="420" r:id="rId27"/>
    <p:sldId id="421" r:id="rId28"/>
    <p:sldId id="422" r:id="rId29"/>
    <p:sldId id="402" r:id="rId30"/>
    <p:sldId id="404" r:id="rId31"/>
    <p:sldId id="405" r:id="rId32"/>
    <p:sldId id="406" r:id="rId33"/>
    <p:sldId id="407" r:id="rId34"/>
    <p:sldId id="408" r:id="rId35"/>
    <p:sldId id="409" r:id="rId36"/>
    <p:sldId id="418" r:id="rId37"/>
    <p:sldId id="410" r:id="rId38"/>
    <p:sldId id="411" r:id="rId39"/>
    <p:sldId id="412" r:id="rId40"/>
    <p:sldId id="413" r:id="rId41"/>
    <p:sldId id="415" r:id="rId42"/>
    <p:sldId id="423" r:id="rId43"/>
    <p:sldId id="424" r:id="rId44"/>
    <p:sldId id="425" r:id="rId45"/>
    <p:sldId id="426" r:id="rId46"/>
    <p:sldId id="427" r:id="rId47"/>
    <p:sldId id="428" r:id="rId48"/>
    <p:sldId id="429" r:id="rId49"/>
    <p:sldId id="430" r:id="rId50"/>
    <p:sldId id="431" r:id="rId51"/>
    <p:sldId id="432" r:id="rId52"/>
    <p:sldId id="433" r:id="rId53"/>
    <p:sldId id="434" r:id="rId54"/>
    <p:sldId id="435" r:id="rId55"/>
    <p:sldId id="436" r:id="rId56"/>
    <p:sldId id="414" r:id="rId57"/>
    <p:sldId id="438" r:id="rId58"/>
    <p:sldId id="439" r:id="rId59"/>
    <p:sldId id="440" r:id="rId60"/>
    <p:sldId id="441" r:id="rId61"/>
    <p:sldId id="442" r:id="rId62"/>
    <p:sldId id="443" r:id="rId63"/>
    <p:sldId id="444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3302" autoAdjust="0"/>
  </p:normalViewPr>
  <p:slideViewPr>
    <p:cSldViewPr>
      <p:cViewPr>
        <p:scale>
          <a:sx n="137" d="100"/>
          <a:sy n="137" d="100"/>
        </p:scale>
        <p:origin x="486" y="372"/>
      </p:cViewPr>
      <p:guideLst>
        <p:guide orient="horz" pos="431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Hack" userId="5b508c48246ea487" providerId="LiveId" clId="{789F42DD-A146-4A0A-A577-B549034765F6}"/>
    <pc:docChg chg="undo custSel addSld delSld modSld sldOrd">
      <pc:chgData name="Arthur Hack" userId="5b508c48246ea487" providerId="LiveId" clId="{789F42DD-A146-4A0A-A577-B549034765F6}" dt="2026-10-07T22:23:59.426" v="2326" actId="2696"/>
      <pc:docMkLst>
        <pc:docMk/>
      </pc:docMkLst>
      <pc:sldChg chg="modSp add del mod ord">
        <pc:chgData name="Arthur Hack" userId="5b508c48246ea487" providerId="LiveId" clId="{789F42DD-A146-4A0A-A577-B549034765F6}" dt="2026-10-07T22:23:59.425" v="2325" actId="2696"/>
        <pc:sldMkLst>
          <pc:docMk/>
          <pc:sldMk cId="1070335523" sldId="445"/>
        </pc:sldMkLst>
      </pc:sldChg>
      <pc:sldChg chg="modSp add del mod">
        <pc:chgData name="Arthur Hack" userId="5b508c48246ea487" providerId="LiveId" clId="{789F42DD-A146-4A0A-A577-B549034765F6}" dt="2026-10-07T22:23:59.420" v="2323" actId="2696"/>
        <pc:sldMkLst>
          <pc:docMk/>
          <pc:sldMk cId="4012791308" sldId="446"/>
        </pc:sldMkLst>
      </pc:sldChg>
      <pc:sldChg chg="modSp add del mod">
        <pc:chgData name="Arthur Hack" userId="5b508c48246ea487" providerId="LiveId" clId="{789F42DD-A146-4A0A-A577-B549034765F6}" dt="2026-10-07T22:23:59.418" v="2321" actId="2696"/>
        <pc:sldMkLst>
          <pc:docMk/>
          <pc:sldMk cId="1076216" sldId="447"/>
        </pc:sldMkLst>
      </pc:sldChg>
      <pc:sldChg chg="modSp add del mod">
        <pc:chgData name="Arthur Hack" userId="5b508c48246ea487" providerId="LiveId" clId="{789F42DD-A146-4A0A-A577-B549034765F6}" dt="2026-10-07T22:23:59.416" v="2320" actId="2696"/>
        <pc:sldMkLst>
          <pc:docMk/>
          <pc:sldMk cId="3786666785" sldId="448"/>
        </pc:sldMkLst>
      </pc:sldChg>
      <pc:sldChg chg="modSp add del mod ord">
        <pc:chgData name="Arthur Hack" userId="5b508c48246ea487" providerId="LiveId" clId="{789F42DD-A146-4A0A-A577-B549034765F6}" dt="2026-10-07T22:23:59.414" v="2319" actId="2696"/>
        <pc:sldMkLst>
          <pc:docMk/>
          <pc:sldMk cId="1306984352" sldId="449"/>
        </pc:sldMkLst>
      </pc:sldChg>
      <pc:sldChg chg="modSp add del mod">
        <pc:chgData name="Arthur Hack" userId="5b508c48246ea487" providerId="LiveId" clId="{789F42DD-A146-4A0A-A577-B549034765F6}" dt="2026-10-07T22:23:59.411" v="2317" actId="2696"/>
        <pc:sldMkLst>
          <pc:docMk/>
          <pc:sldMk cId="2398726471" sldId="450"/>
        </pc:sldMkLst>
      </pc:sldChg>
      <pc:sldChg chg="modSp add del mod">
        <pc:chgData name="Arthur Hack" userId="5b508c48246ea487" providerId="LiveId" clId="{789F42DD-A146-4A0A-A577-B549034765F6}" dt="2026-10-07T22:23:59.409" v="2316" actId="2696"/>
        <pc:sldMkLst>
          <pc:docMk/>
          <pc:sldMk cId="3598950300" sldId="451"/>
        </pc:sldMkLst>
      </pc:sldChg>
      <pc:sldChg chg="modSp add del mod">
        <pc:chgData name="Arthur Hack" userId="5b508c48246ea487" providerId="LiveId" clId="{789F42DD-A146-4A0A-A577-B549034765F6}" dt="2026-10-07T22:23:59.408" v="2315" actId="2696"/>
        <pc:sldMkLst>
          <pc:docMk/>
          <pc:sldMk cId="362358862" sldId="452"/>
        </pc:sldMkLst>
      </pc:sldChg>
      <pc:sldChg chg="modSp add del mod">
        <pc:chgData name="Arthur Hack" userId="5b508c48246ea487" providerId="LiveId" clId="{789F42DD-A146-4A0A-A577-B549034765F6}" dt="2026-10-07T22:23:59.403" v="2313" actId="2696"/>
        <pc:sldMkLst>
          <pc:docMk/>
          <pc:sldMk cId="2164039857" sldId="453"/>
        </pc:sldMkLst>
      </pc:sldChg>
      <pc:sldChg chg="modSp add del mod">
        <pc:chgData name="Arthur Hack" userId="5b508c48246ea487" providerId="LiveId" clId="{789F42DD-A146-4A0A-A577-B549034765F6}" dt="2026-10-07T22:23:59.401" v="2312" actId="2696"/>
        <pc:sldMkLst>
          <pc:docMk/>
          <pc:sldMk cId="1397947532" sldId="455"/>
        </pc:sldMkLst>
      </pc:sldChg>
      <pc:sldChg chg="modSp add del mod">
        <pc:chgData name="Arthur Hack" userId="5b508c48246ea487" providerId="LiveId" clId="{789F42DD-A146-4A0A-A577-B549034765F6}" dt="2026-10-07T22:23:59.399" v="2311" actId="2696"/>
        <pc:sldMkLst>
          <pc:docMk/>
          <pc:sldMk cId="3110158297" sldId="456"/>
        </pc:sldMkLst>
      </pc:sldChg>
      <pc:sldChg chg="modSp add del mod">
        <pc:chgData name="Arthur Hack" userId="5b508c48246ea487" providerId="LiveId" clId="{789F42DD-A146-4A0A-A577-B549034765F6}" dt="2026-10-07T22:23:59.393" v="2308" actId="2696"/>
        <pc:sldMkLst>
          <pc:docMk/>
          <pc:sldMk cId="3606821582" sldId="457"/>
        </pc:sldMkLst>
      </pc:sldChg>
      <pc:sldChg chg="modSp add del mod">
        <pc:chgData name="Arthur Hack" userId="5b508c48246ea487" providerId="LiveId" clId="{789F42DD-A146-4A0A-A577-B549034765F6}" dt="2026-10-07T22:23:59.391" v="2307" actId="2696"/>
        <pc:sldMkLst>
          <pc:docMk/>
          <pc:sldMk cId="3534636844" sldId="458"/>
        </pc:sldMkLst>
      </pc:sldChg>
      <pc:sldChg chg="modSp add del mod">
        <pc:chgData name="Arthur Hack" userId="5b508c48246ea487" providerId="LiveId" clId="{789F42DD-A146-4A0A-A577-B549034765F6}" dt="2026-10-07T22:23:59.389" v="2306" actId="2696"/>
        <pc:sldMkLst>
          <pc:docMk/>
          <pc:sldMk cId="2701725271" sldId="459"/>
        </pc:sldMkLst>
      </pc:sldChg>
      <pc:sldChg chg="modSp add del mod">
        <pc:chgData name="Arthur Hack" userId="5b508c48246ea487" providerId="LiveId" clId="{789F42DD-A146-4A0A-A577-B549034765F6}" dt="2026-10-07T22:23:59.387" v="2305" actId="2696"/>
        <pc:sldMkLst>
          <pc:docMk/>
          <pc:sldMk cId="2144242260" sldId="460"/>
        </pc:sldMkLst>
      </pc:sldChg>
      <pc:sldChg chg="modSp add del mod">
        <pc:chgData name="Arthur Hack" userId="5b508c48246ea487" providerId="LiveId" clId="{789F42DD-A146-4A0A-A577-B549034765F6}" dt="2026-10-07T22:23:59.385" v="2304" actId="2696"/>
        <pc:sldMkLst>
          <pc:docMk/>
          <pc:sldMk cId="744409674" sldId="461"/>
        </pc:sldMkLst>
      </pc:sldChg>
      <pc:sldChg chg="modSp add del mod ord">
        <pc:chgData name="Arthur Hack" userId="5b508c48246ea487" providerId="LiveId" clId="{789F42DD-A146-4A0A-A577-B549034765F6}" dt="2026-10-07T22:23:59.426" v="2326" actId="2696"/>
        <pc:sldMkLst>
          <pc:docMk/>
          <pc:sldMk cId="4060310530" sldId="462"/>
        </pc:sldMkLst>
      </pc:sldChg>
      <pc:sldChg chg="modSp add del mod ord">
        <pc:chgData name="Arthur Hack" userId="5b508c48246ea487" providerId="LiveId" clId="{789F42DD-A146-4A0A-A577-B549034765F6}" dt="2026-10-07T22:23:59.422" v="2324" actId="2696"/>
        <pc:sldMkLst>
          <pc:docMk/>
          <pc:sldMk cId="3330486890" sldId="463"/>
        </pc:sldMkLst>
      </pc:sldChg>
      <pc:sldChg chg="modSp add del mod ord">
        <pc:chgData name="Arthur Hack" userId="5b508c48246ea487" providerId="LiveId" clId="{789F42DD-A146-4A0A-A577-B549034765F6}" dt="2026-10-07T22:23:59.419" v="2322" actId="2696"/>
        <pc:sldMkLst>
          <pc:docMk/>
          <pc:sldMk cId="493967408" sldId="464"/>
        </pc:sldMkLst>
      </pc:sldChg>
      <pc:sldChg chg="modSp add del mod ord">
        <pc:chgData name="Arthur Hack" userId="5b508c48246ea487" providerId="LiveId" clId="{789F42DD-A146-4A0A-A577-B549034765F6}" dt="2026-10-07T22:23:59.412" v="2318" actId="2696"/>
        <pc:sldMkLst>
          <pc:docMk/>
          <pc:sldMk cId="361883740" sldId="465"/>
        </pc:sldMkLst>
      </pc:sldChg>
      <pc:sldChg chg="modSp add del mod ord">
        <pc:chgData name="Arthur Hack" userId="5b508c48246ea487" providerId="LiveId" clId="{789F42DD-A146-4A0A-A577-B549034765F6}" dt="2026-10-07T22:23:59.397" v="2310" actId="2696"/>
        <pc:sldMkLst>
          <pc:docMk/>
          <pc:sldMk cId="1721671897" sldId="466"/>
        </pc:sldMkLst>
      </pc:sldChg>
      <pc:sldChg chg="modSp add del mod ord">
        <pc:chgData name="Arthur Hack" userId="5b508c48246ea487" providerId="LiveId" clId="{789F42DD-A146-4A0A-A577-B549034765F6}" dt="2026-10-07T22:23:59.394" v="2309" actId="2696"/>
        <pc:sldMkLst>
          <pc:docMk/>
          <pc:sldMk cId="893400633" sldId="467"/>
        </pc:sldMkLst>
      </pc:sldChg>
      <pc:sldChg chg="modSp add del mod">
        <pc:chgData name="Arthur Hack" userId="5b508c48246ea487" providerId="LiveId" clId="{789F42DD-A146-4A0A-A577-B549034765F6}" dt="2026-10-07T22:23:59.406" v="2314" actId="2696"/>
        <pc:sldMkLst>
          <pc:docMk/>
          <pc:sldMk cId="1320483128" sldId="468"/>
        </pc:sldMkLst>
      </pc:sldChg>
      <pc:sldChg chg="del">
        <pc:chgData name="Arthur Hack" userId="5b508c48246ea487" providerId="LiveId" clId="{789F42DD-A146-4A0A-A577-B549034765F6}" dt="2026-10-07T22:23:59.383" v="2303" actId="2696"/>
        <pc:sldMkLst>
          <pc:docMk/>
          <pc:sldMk cId="0" sldId="469"/>
        </pc:sldMkLst>
      </pc:sldChg>
      <pc:sldChg chg="del">
        <pc:chgData name="Arthur Hack" userId="5b508c48246ea487" providerId="LiveId" clId="{789F42DD-A146-4A0A-A577-B549034765F6}" dt="2026-10-07T22:23:59.382" v="2302" actId="2696"/>
        <pc:sldMkLst>
          <pc:docMk/>
          <pc:sldMk cId="0" sldId="470"/>
        </pc:sldMkLst>
      </pc:sldChg>
      <pc:sldChg chg="del">
        <pc:chgData name="Arthur Hack" userId="5b508c48246ea487" providerId="LiveId" clId="{789F42DD-A146-4A0A-A577-B549034765F6}" dt="2026-10-07T22:23:59.380" v="2301" actId="2696"/>
        <pc:sldMkLst>
          <pc:docMk/>
          <pc:sldMk cId="0" sldId="471"/>
        </pc:sldMkLst>
      </pc:sldChg>
      <pc:sldChg chg="del">
        <pc:chgData name="Arthur Hack" userId="5b508c48246ea487" providerId="LiveId" clId="{789F42DD-A146-4A0A-A577-B549034765F6}" dt="2026-10-07T22:23:59.378" v="2300" actId="2696"/>
        <pc:sldMkLst>
          <pc:docMk/>
          <pc:sldMk cId="0" sldId="472"/>
        </pc:sldMkLst>
      </pc:sldChg>
      <pc:sldChg chg="del">
        <pc:chgData name="Arthur Hack" userId="5b508c48246ea487" providerId="LiveId" clId="{789F42DD-A146-4A0A-A577-B549034765F6}" dt="2026-10-07T22:23:59.377" v="2299" actId="2696"/>
        <pc:sldMkLst>
          <pc:docMk/>
          <pc:sldMk cId="0" sldId="473"/>
        </pc:sldMkLst>
      </pc:sldChg>
      <pc:sldChg chg="del">
        <pc:chgData name="Arthur Hack" userId="5b508c48246ea487" providerId="LiveId" clId="{789F42DD-A146-4A0A-A577-B549034765F6}" dt="2026-10-07T22:23:59.375" v="2298" actId="2696"/>
        <pc:sldMkLst>
          <pc:docMk/>
          <pc:sldMk cId="0" sldId="474"/>
        </pc:sldMkLst>
      </pc:sldChg>
      <pc:sldChg chg="del">
        <pc:chgData name="Arthur Hack" userId="5b508c48246ea487" providerId="LiveId" clId="{789F42DD-A146-4A0A-A577-B549034765F6}" dt="2026-10-07T22:23:59.373" v="2297" actId="2696"/>
        <pc:sldMkLst>
          <pc:docMk/>
          <pc:sldMk cId="0" sldId="475"/>
        </pc:sldMkLst>
      </pc:sldChg>
      <pc:sldChg chg="del">
        <pc:chgData name="Arthur Hack" userId="5b508c48246ea487" providerId="LiveId" clId="{789F42DD-A146-4A0A-A577-B549034765F6}" dt="2026-10-07T22:23:59.372" v="2296" actId="2696"/>
        <pc:sldMkLst>
          <pc:docMk/>
          <pc:sldMk cId="0" sldId="476"/>
        </pc:sldMkLst>
      </pc:sldChg>
      <pc:sldChg chg="del">
        <pc:chgData name="Arthur Hack" userId="5b508c48246ea487" providerId="LiveId" clId="{789F42DD-A146-4A0A-A577-B549034765F6}" dt="2026-10-07T22:23:59.371" v="2295" actId="2696"/>
        <pc:sldMkLst>
          <pc:docMk/>
          <pc:sldMk cId="0" sldId="477"/>
        </pc:sldMkLst>
      </pc:sldChg>
      <pc:sldChg chg="del">
        <pc:chgData name="Arthur Hack" userId="5b508c48246ea487" providerId="LiveId" clId="{789F42DD-A146-4A0A-A577-B549034765F6}" dt="2026-10-07T22:23:59.369" v="2294" actId="2696"/>
        <pc:sldMkLst>
          <pc:docMk/>
          <pc:sldMk cId="0" sldId="4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9E24D-9DBE-4DAB-A481-718B3C423892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E33F2-1AEA-4A8F-89D6-776151CD4A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9350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22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21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5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75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54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71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84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94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23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45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949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90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11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63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1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7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482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nc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8B078-B005-E808-C1F2-7D52408E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BF99D510-C769-4A3F-B1BF-0A2F382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4" y="733425"/>
            <a:ext cx="10693662" cy="5391150"/>
          </a:xfrm>
          <a:prstGeom prst="rect">
            <a:avLst/>
          </a:prstGeom>
          <a:solidFill>
            <a:srgbClr val="FFFFFF"/>
          </a:solidFill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7F9E0B70-3AAE-571C-AFEA-4C3555AB4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762" y="1114868"/>
            <a:ext cx="4628265" cy="4628265"/>
          </a:xfrm>
          <a:prstGeom prst="rect">
            <a:avLst/>
          </a:prstGeom>
        </p:spPr>
      </p:pic>
      <p:sp>
        <p:nvSpPr>
          <p:cNvPr id="12" name="Rectangle 10">
            <a:extLst>
              <a:ext uri="{FF2B5EF4-FFF2-40B4-BE49-F238E27FC236}">
                <a16:creationId xmlns:a16="http://schemas.microsoft.com/office/drawing/2014/main" id="{62DD38F0-3136-4D36-9445-AAF26688F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496" y="799817"/>
            <a:ext cx="10575170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58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3DEEC-4B4A-BA93-7098-6C2FC9C9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6487E6-2FC1-4B5F-C187-9D5599F51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Ein </a:t>
            </a:r>
            <a:r>
              <a:rPr lang="en-US" sz="9000" dirty="0" err="1">
                <a:cs typeface="Arial" panose="020B0604020202020204" pitchFamily="34" charset="0"/>
              </a:rPr>
              <a:t>Prosit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39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D746F-A3A2-A52C-781B-3A145720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12EAAC-605C-EEAD-CAD5-F7B6E6BB1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Fritz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-Sib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Gastando</a:t>
            </a:r>
            <a:r>
              <a:rPr lang="en-US" sz="9000" dirty="0">
                <a:cs typeface="Arial" panose="020B0604020202020204" pitchFamily="34" charset="0"/>
              </a:rPr>
              <a:t> a Sola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21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4C884-37A1-7BEA-1FEC-47AFA67E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59406-71CD-C9DE-3FDF-D3F0A12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Ouro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na</a:t>
            </a:r>
            <a:r>
              <a:rPr lang="en-US" sz="9000" dirty="0">
                <a:cs typeface="Arial" panose="020B0604020202020204" pitchFamily="34" charset="0"/>
              </a:rPr>
              <a:t> Estrada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Com Bitter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0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472D-AA34-C08B-2D71-8AA1A0C6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C88E5E-42F5-395C-62D6-68024F6D2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Blumenau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Feliz </a:t>
            </a:r>
            <a:r>
              <a:rPr lang="en-US" sz="9000" dirty="0" err="1">
                <a:cs typeface="Arial" panose="020B0604020202020204" pitchFamily="34" charset="0"/>
              </a:rPr>
              <a:t>em</a:t>
            </a:r>
            <a:r>
              <a:rPr lang="en-US" sz="9000" dirty="0">
                <a:cs typeface="Arial" panose="020B0604020202020204" pitchFamily="34" charset="0"/>
              </a:rPr>
              <a:t> Festa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-Sib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17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BF5C-3D9C-F021-DD9A-0C8C66EA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D0257E-22D9-C5ED-C033-1C1F35D7E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592796"/>
            <a:ext cx="1152128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Kerb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na</a:t>
            </a:r>
            <a:r>
              <a:rPr lang="en-US" sz="9000" dirty="0">
                <a:cs typeface="Arial" panose="020B0604020202020204" pitchFamily="34" charset="0"/>
              </a:rPr>
              <a:t> Colonia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Elton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35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FE86-59BC-3564-2BA4-0B4E5AE0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7D5B70-EA9D-1A7A-12D6-27AED378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8" y="1592796"/>
            <a:ext cx="1214467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Bebo </a:t>
            </a:r>
            <a:r>
              <a:rPr lang="en-US" sz="8800" dirty="0" err="1">
                <a:cs typeface="Arial" panose="020B0604020202020204" pitchFamily="34" charset="0"/>
              </a:rPr>
              <a:t>Todas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Levanta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 err="1">
                <a:cs typeface="Arial" panose="020B0604020202020204" pitchFamily="34" charset="0"/>
              </a:rPr>
              <a:t>Poeira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Sib-Mib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7128-76C7-8EB3-DA5C-71EDFFE4C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A4F81D-7CBF-6E58-C341-52614EE39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2826"/>
            <a:ext cx="12192000" cy="313234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cs typeface="Arial" panose="020B0604020202020204" pitchFamily="34" charset="0"/>
              </a:rPr>
              <a:t>O </a:t>
            </a:r>
            <a:r>
              <a:rPr lang="en-US" sz="7200" dirty="0" err="1">
                <a:cs typeface="Arial" panose="020B0604020202020204" pitchFamily="34" charset="0"/>
              </a:rPr>
              <a:t>Roubo</a:t>
            </a:r>
            <a:r>
              <a:rPr lang="en-US" sz="7200" dirty="0">
                <a:cs typeface="Arial" panose="020B0604020202020204" pitchFamily="34" charset="0"/>
              </a:rPr>
              <a:t> da Gaita </a:t>
            </a:r>
            <a:r>
              <a:rPr lang="en-US" sz="7200" dirty="0" err="1">
                <a:cs typeface="Arial" panose="020B0604020202020204" pitchFamily="34" charset="0"/>
              </a:rPr>
              <a:t>Velha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Baião</a:t>
            </a:r>
            <a:r>
              <a:rPr lang="en-US" sz="8000" dirty="0">
                <a:cs typeface="Arial" panose="020B0604020202020204" pitchFamily="34" charset="0"/>
              </a:rPr>
              <a:t> do </a:t>
            </a:r>
            <a:r>
              <a:rPr lang="en-US" sz="8000" dirty="0" err="1">
                <a:cs typeface="Arial" panose="020B0604020202020204" pitchFamily="34" charset="0"/>
              </a:rPr>
              <a:t>Sucosuco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435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9A3B-0D94-115F-1B4E-F7EF66A4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F3A1DE-74C8-6D52-305D-1DFDE7A7D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4724"/>
            <a:ext cx="12192000" cy="496855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Viva o </a:t>
            </a:r>
            <a:r>
              <a:rPr lang="en-US" sz="9000" dirty="0" err="1">
                <a:cs typeface="Arial" panose="020B0604020202020204" pitchFamily="34" charset="0"/>
              </a:rPr>
              <a:t>Kerb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Rio </a:t>
            </a:r>
            <a:r>
              <a:rPr lang="en-US" sz="9000" dirty="0" err="1">
                <a:cs typeface="Arial" panose="020B0604020202020204" pitchFamily="34" charset="0"/>
              </a:rPr>
              <a:t>Uruguai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en-US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6600" dirty="0">
                <a:cs typeface="Arial" panose="020B0604020202020204" pitchFamily="34" charset="0"/>
              </a:rPr>
              <a:t>Em </a:t>
            </a:r>
            <a:r>
              <a:rPr lang="en-US" sz="6600" dirty="0" err="1">
                <a:cs typeface="Arial" panose="020B0604020202020204" pitchFamily="34" charset="0"/>
              </a:rPr>
              <a:t>Rítmo</a:t>
            </a:r>
            <a:r>
              <a:rPr lang="en-US" sz="6600" dirty="0">
                <a:cs typeface="Arial" panose="020B0604020202020204" pitchFamily="34" charset="0"/>
              </a:rPr>
              <a:t> de Octoberfest</a:t>
            </a:r>
            <a:r>
              <a:rPr lang="en-US" sz="6600" dirty="0">
                <a:solidFill>
                  <a:srgbClr val="FF0000"/>
                </a:solidFill>
                <a:cs typeface="Arial" panose="020B0604020202020204" pitchFamily="34" charset="0"/>
              </a:rPr>
              <a:t> Sib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90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D2EDE-4DD4-C212-6EEB-0E0D327A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325BB-9EEA-C0A7-F20D-57C683A4F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2796"/>
            <a:ext cx="1219200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Barril</a:t>
            </a:r>
            <a:r>
              <a:rPr lang="en-US" sz="8000" dirty="0">
                <a:cs typeface="Arial" panose="020B0604020202020204" pitchFamily="34" charset="0"/>
              </a:rPr>
              <a:t> de Chopp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Sib-Mib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Marcha</a:t>
            </a:r>
            <a:r>
              <a:rPr lang="en-US" sz="8000" dirty="0">
                <a:cs typeface="Arial" panose="020B0604020202020204" pitchFamily="34" charset="0"/>
              </a:rPr>
              <a:t> da </a:t>
            </a:r>
            <a:r>
              <a:rPr lang="en-US" sz="8000" dirty="0" err="1">
                <a:cs typeface="Arial" panose="020B0604020202020204" pitchFamily="34" charset="0"/>
              </a:rPr>
              <a:t>Guit</a:t>
            </a:r>
            <a:r>
              <a:rPr lang="en-US" sz="8000" dirty="0">
                <a:cs typeface="Arial" panose="020B0604020202020204" pitchFamily="34" charset="0"/>
              </a:rPr>
              <a:t>. 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Gm-Sib-Fa-Do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091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A981C-5E87-E775-F458-B3E38AFD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504F53-F030-B79A-1777-302EF0446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1592796"/>
            <a:ext cx="1072919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2000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Sapataria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91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1A3C0-9808-666A-F2EB-877C7DB6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B78A29-4F54-53EC-F530-94912061A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1592796"/>
            <a:ext cx="1072919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Lindo Dia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Recordação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295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10DF-545A-1BB9-595C-5DEA08D7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296E72-04B9-D83B-28D0-DE127A149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4704"/>
            <a:ext cx="1219200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Marcha</a:t>
            </a:r>
            <a:r>
              <a:rPr lang="en-US" sz="9000" dirty="0">
                <a:cs typeface="Arial" panose="020B0604020202020204" pitchFamily="34" charset="0"/>
              </a:rPr>
              <a:t> dos </a:t>
            </a:r>
            <a:r>
              <a:rPr lang="en-US" sz="9000" dirty="0" err="1">
                <a:cs typeface="Arial" panose="020B0604020202020204" pitchFamily="34" charset="0"/>
              </a:rPr>
              <a:t>Três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Morango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Ponto Chick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Sib-Mib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729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DB5EF-7026-A33C-145A-10EF8364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2A23C-3FCA-8F30-69C2-7D0C9273E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" y="818710"/>
            <a:ext cx="12192000" cy="522057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>
                <a:cs typeface="Arial" panose="020B0604020202020204" pitchFamily="34" charset="0"/>
              </a:rPr>
              <a:t>O </a:t>
            </a:r>
            <a:r>
              <a:rPr lang="en-US" sz="6600" dirty="0" err="1">
                <a:cs typeface="Arial" panose="020B0604020202020204" pitchFamily="34" charset="0"/>
              </a:rPr>
              <a:t>Verão</a:t>
            </a:r>
            <a:r>
              <a:rPr lang="en-US" sz="6600" dirty="0">
                <a:cs typeface="Arial" panose="020B0604020202020204" pitchFamily="34" charset="0"/>
              </a:rPr>
              <a:t> Sempre Vai </a:t>
            </a:r>
            <a:r>
              <a:rPr lang="en-US" sz="6600" dirty="0" err="1">
                <a:cs typeface="Arial" panose="020B0604020202020204" pitchFamily="34" charset="0"/>
              </a:rPr>
              <a:t>Voltar</a:t>
            </a:r>
            <a:r>
              <a:rPr lang="en-US" sz="6600" dirty="0"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r>
              <a:rPr lang="en-US" sz="6600" dirty="0">
                <a:solidFill>
                  <a:srgbClr val="FF0000"/>
                </a:solidFill>
                <a:cs typeface="Arial" panose="020B0604020202020204" pitchFamily="34" charset="0"/>
              </a:rPr>
              <a:t>Lab-Mib-La-Mi-Sib</a:t>
            </a:r>
          </a:p>
          <a:p>
            <a:pPr algn="ctr">
              <a:buNone/>
            </a:pPr>
            <a:r>
              <a:rPr lang="en-US" sz="6600" dirty="0" err="1">
                <a:cs typeface="Arial" panose="020B0604020202020204" pitchFamily="34" charset="0"/>
              </a:rPr>
              <a:t>Zillertaller</a:t>
            </a:r>
            <a:r>
              <a:rPr lang="en-US" sz="6600" dirty="0"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r>
              <a:rPr lang="en-US" sz="6600" dirty="0">
                <a:solidFill>
                  <a:srgbClr val="FF0000"/>
                </a:solidFill>
                <a:cs typeface="Arial" panose="020B0604020202020204" pitchFamily="34" charset="0"/>
              </a:rPr>
              <a:t>Mib-Sib-Mib-</a:t>
            </a:r>
            <a:r>
              <a:rPr lang="en-US" sz="66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96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8B8C-926A-B7E5-30A7-E793DC0A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74F469-155F-AB07-46A9-278F991AE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836712"/>
            <a:ext cx="11809312" cy="532859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Bebidas</a:t>
            </a:r>
            <a:r>
              <a:rPr lang="en-US" sz="9000" dirty="0">
                <a:cs typeface="Arial" panose="020B0604020202020204" pitchFamily="34" charset="0"/>
              </a:rPr>
              <a:t> de Amor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Serrana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Vira </a:t>
            </a:r>
            <a:r>
              <a:rPr lang="en-US" sz="9000" dirty="0" err="1">
                <a:cs typeface="Arial" panose="020B0604020202020204" pitchFamily="34" charset="0"/>
              </a:rPr>
              <a:t>Copos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684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1933-4FF2-163B-FB84-F8FE8149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CFCA18-7B62-1A6D-4936-22DCA6ECD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476673"/>
            <a:ext cx="11593288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Ouro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na</a:t>
            </a:r>
            <a:r>
              <a:rPr lang="en-US" sz="9000" dirty="0">
                <a:cs typeface="Arial" panose="020B0604020202020204" pitchFamily="34" charset="0"/>
              </a:rPr>
              <a:t> Estrada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Com Bitter 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Marie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400009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55D5-0495-EC2B-5BF4-BB6B7160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0A7FE8-1085-1F14-BDC9-D1C30CC08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476673"/>
            <a:ext cx="11665296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Fritz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Fa-Bib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Gastando</a:t>
            </a:r>
            <a:r>
              <a:rPr lang="en-US" sz="9000" dirty="0">
                <a:cs typeface="Arial" panose="020B0604020202020204" pitchFamily="34" charset="0"/>
              </a:rPr>
              <a:t> a Sola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 err="1">
                <a:cs typeface="Arial" panose="020B0604020202020204" pitchFamily="34" charset="0"/>
              </a:rPr>
              <a:t>Revesburgen</a:t>
            </a:r>
            <a:r>
              <a:rPr lang="pt-BR" sz="9000" dirty="0">
                <a:cs typeface="Arial" panose="020B0604020202020204" pitchFamily="34" charset="0"/>
              </a:rPr>
              <a:t>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Dó</a:t>
            </a:r>
          </a:p>
        </p:txBody>
      </p:sp>
    </p:spTree>
    <p:extLst>
      <p:ext uri="{BB962C8B-B14F-4D97-AF65-F5344CB8AC3E}">
        <p14:creationId xmlns:p14="http://schemas.microsoft.com/office/powerpoint/2010/main" val="618585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CDCC8-A6AC-C188-10E1-1971C17C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1E74E7-E448-A488-6944-B50F6CFF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476673"/>
            <a:ext cx="1152128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2000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Sapataria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Vacariano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Bib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779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E187-71C1-B556-F73D-6AA99387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1BA42-2961-3BFE-6D00-FA044FC18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2796"/>
            <a:ext cx="12192000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Maratá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Bota Fogo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28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AA85-F35E-93F6-401E-B2757783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93040C-E9D5-9F15-B079-93AD0AA0C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8" y="1592796"/>
            <a:ext cx="1214467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Zillertaller</a:t>
            </a:r>
            <a:r>
              <a:rPr lang="en-US" sz="8800" dirty="0">
                <a:cs typeface="Arial" panose="020B0604020202020204" pitchFamily="34" charset="0"/>
              </a:rPr>
              <a:t> </a:t>
            </a:r>
          </a:p>
          <a:p>
            <a:pPr algn="ctr"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Mib Sib Mib </a:t>
            </a:r>
            <a:r>
              <a:rPr lang="en-US" sz="88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31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0A705-1755-8019-DD20-4FCADC5A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018645-EF21-2712-DD55-F55FA4AC3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8760"/>
            <a:ext cx="12072664" cy="3744415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Carijó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Polka do </a:t>
            </a:r>
            <a:r>
              <a:rPr lang="en-US" sz="8000" dirty="0" err="1">
                <a:cs typeface="Arial" panose="020B0604020202020204" pitchFamily="34" charset="0"/>
              </a:rPr>
              <a:t>Vovô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Vilson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solidFill>
                  <a:srgbClr val="FF0000"/>
                </a:solidFill>
                <a:cs typeface="Arial" panose="020B0604020202020204" pitchFamily="34" charset="0"/>
              </a:rPr>
              <a:t>Fá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01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0ED10-1D52-D845-D934-1E5D384D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3CA89C-349D-BC28-BA35-B4A8E14B7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476673"/>
            <a:ext cx="1152128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Pegando</a:t>
            </a:r>
            <a:r>
              <a:rPr lang="en-US" sz="9000" dirty="0">
                <a:cs typeface="Arial" panose="020B0604020202020204" pitchFamily="34" charset="0"/>
              </a:rPr>
              <a:t> o </a:t>
            </a:r>
            <a:r>
              <a:rPr lang="en-US" sz="9000" dirty="0" err="1">
                <a:cs typeface="Arial" panose="020B0604020202020204" pitchFamily="34" charset="0"/>
              </a:rPr>
              <a:t>Ônibus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Barco do Amor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Vou pra SC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065792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5E661-C820-43D3-F388-31A8B3C0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264A6E-5287-4FA7-25F7-9DA298DD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Rio Azul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Amada Minha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322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D451-AB43-6917-B705-5AA40186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B2B36E-424A-1A3E-D595-359D402DB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Dois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Passarinhos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Noite</a:t>
            </a:r>
            <a:r>
              <a:rPr lang="en-US" sz="8000" dirty="0">
                <a:cs typeface="Arial" panose="020B0604020202020204" pitchFamily="34" charset="0"/>
              </a:rPr>
              <a:t> do </a:t>
            </a:r>
            <a:r>
              <a:rPr lang="en-US" sz="8000" dirty="0" err="1">
                <a:cs typeface="Arial" panose="020B0604020202020204" pitchFamily="34" charset="0"/>
              </a:rPr>
              <a:t>Nosso</a:t>
            </a:r>
            <a:r>
              <a:rPr lang="en-US" sz="8000" dirty="0">
                <a:cs typeface="Arial" panose="020B0604020202020204" pitchFamily="34" charset="0"/>
              </a:rPr>
              <a:t> Amor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41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AFE7-CE66-E839-A7F2-CC7347150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969736-F3A0-4126-3DE4-EECD7FBD0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Bugio</a:t>
            </a:r>
            <a:r>
              <a:rPr lang="en-US" sz="8000" dirty="0">
                <a:cs typeface="Arial" panose="020B0604020202020204" pitchFamily="34" charset="0"/>
              </a:rPr>
              <a:t> do Bailes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Bugio</a:t>
            </a:r>
            <a:r>
              <a:rPr lang="en-US" sz="8000" dirty="0">
                <a:cs typeface="Arial" panose="020B0604020202020204" pitchFamily="34" charset="0"/>
              </a:rPr>
              <a:t> Novo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821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0EC19-705E-877A-50C2-47D90E3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35095-056C-C09A-82E0-89DC00C42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492896"/>
            <a:ext cx="11809312" cy="14761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Chimango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62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ECA1-6ECC-20AD-DD55-291C28CC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C0C841-8EC8-DE15-C2F6-CD0A863D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492896"/>
            <a:ext cx="11809312" cy="14761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Herr Schmitt</a:t>
            </a:r>
            <a:endParaRPr lang="pt-BR" sz="8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90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BFEF-CB22-4638-2C72-2E2E75F2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1F9346-8CED-A453-696F-E7F446EBB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2492896"/>
            <a:ext cx="11809312" cy="14761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O </a:t>
            </a:r>
            <a:r>
              <a:rPr lang="en-US" sz="8000" dirty="0" err="1">
                <a:cs typeface="Arial" panose="020B0604020202020204" pitchFamily="34" charset="0"/>
              </a:rPr>
              <a:t>Alemão</a:t>
            </a:r>
            <a:r>
              <a:rPr lang="en-US" sz="8000" dirty="0">
                <a:cs typeface="Arial" panose="020B0604020202020204" pitchFamily="34" charset="0"/>
              </a:rPr>
              <a:t> do Zap </a:t>
            </a:r>
            <a:r>
              <a:rPr lang="en-US" sz="8000" dirty="0" err="1">
                <a:cs typeface="Arial" panose="020B0604020202020204" pitchFamily="34" charset="0"/>
              </a:rPr>
              <a:t>Zap</a:t>
            </a:r>
            <a:endParaRPr lang="pt-BR" sz="8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177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CC41-1EBE-2253-4B14-9EFF0D15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E32E59-D488-6CFE-2551-BA5EBEA85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2696"/>
            <a:ext cx="12192000" cy="583264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Novela</a:t>
            </a:r>
            <a:r>
              <a:rPr lang="en-US" sz="9000" dirty="0">
                <a:cs typeface="Arial" panose="020B0604020202020204" pitchFamily="34" charset="0"/>
              </a:rPr>
              <a:t> da 8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Gosto</a:t>
            </a:r>
            <a:r>
              <a:rPr lang="en-US" sz="8000" dirty="0">
                <a:cs typeface="Arial" panose="020B0604020202020204" pitchFamily="34" charset="0"/>
              </a:rPr>
              <a:t> q me </a:t>
            </a:r>
            <a:r>
              <a:rPr lang="en-US" sz="8000" dirty="0" err="1">
                <a:cs typeface="Arial" panose="020B0604020202020204" pitchFamily="34" charset="0"/>
              </a:rPr>
              <a:t>enrosco</a:t>
            </a:r>
            <a:r>
              <a:rPr lang="en-US" sz="8000" dirty="0">
                <a:cs typeface="Arial" panose="020B0604020202020204" pitchFamily="34" charset="0"/>
              </a:rPr>
              <a:t> 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Baile Bom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229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49A1-A2DF-9486-FDF2-88751CBD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E17DC3-5C63-01BD-9061-311C6311E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Uma </a:t>
            </a:r>
            <a:r>
              <a:rPr lang="en-US" sz="9000" dirty="0" err="1">
                <a:cs typeface="Arial" panose="020B0604020202020204" pitchFamily="34" charset="0"/>
              </a:rPr>
              <a:t>só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Lajota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Último </a:t>
            </a:r>
            <a:r>
              <a:rPr lang="en-US" sz="9000" dirty="0" err="1">
                <a:cs typeface="Arial" panose="020B0604020202020204" pitchFamily="34" charset="0"/>
              </a:rPr>
              <a:t>Baile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Cunhado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924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E451-8A44-2F9C-BA6B-FDE0FAEF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3B3246-BA93-474C-825C-1CF243AE6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Heyo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Heyo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Kerb</a:t>
            </a:r>
            <a:r>
              <a:rPr lang="en-US" sz="9000" dirty="0">
                <a:cs typeface="Arial" panose="020B0604020202020204" pitchFamily="34" charset="0"/>
              </a:rPr>
              <a:t> Fest </a:t>
            </a:r>
            <a:r>
              <a:rPr lang="en-US" sz="9000" dirty="0" err="1">
                <a:solidFill>
                  <a:srgbClr val="FF0000"/>
                </a:solidFill>
                <a:cs typeface="Arial" panose="020B0604020202020204" pitchFamily="34" charset="0"/>
              </a:rPr>
              <a:t>Dó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-Sol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Melô do Rolo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Dó</a:t>
            </a:r>
          </a:p>
        </p:txBody>
      </p:sp>
    </p:spTree>
    <p:extLst>
      <p:ext uri="{BB962C8B-B14F-4D97-AF65-F5344CB8AC3E}">
        <p14:creationId xmlns:p14="http://schemas.microsoft.com/office/powerpoint/2010/main" val="587943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C214-64FD-DA62-2635-98FCB934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04DB9D-B5F9-E964-D53D-8BE608AA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Jezts</a:t>
            </a:r>
            <a:r>
              <a:rPr lang="en-US" sz="9000" dirty="0">
                <a:cs typeface="Arial" panose="020B0604020202020204" pitchFamily="34" charset="0"/>
              </a:rPr>
              <a:t> Guet’s Los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Ole </a:t>
            </a:r>
            <a:r>
              <a:rPr lang="en-US" sz="9000" dirty="0" err="1">
                <a:cs typeface="Arial" panose="020B0604020202020204" pitchFamily="34" charset="0"/>
              </a:rPr>
              <a:t>Ole</a:t>
            </a:r>
            <a:r>
              <a:rPr lang="en-US" sz="9000" dirty="0">
                <a:cs typeface="Arial" panose="020B0604020202020204" pitchFamily="34" charset="0"/>
              </a:rPr>
              <a:t> Ola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Então Libera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1348662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D1C3-9E86-8A73-3EA8-C798607B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7637B-CEDC-B982-B5AF-968726834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Perigosa</a:t>
            </a:r>
            <a:r>
              <a:rPr lang="en-US" sz="9000" dirty="0">
                <a:cs typeface="Arial" panose="020B0604020202020204" pitchFamily="34" charset="0"/>
              </a:rPr>
              <a:t> e Linda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Alô</a:t>
            </a:r>
            <a:r>
              <a:rPr lang="en-US" sz="9000" dirty="0">
                <a:cs typeface="Arial" panose="020B0604020202020204" pitchFamily="34" charset="0"/>
              </a:rPr>
              <a:t>  Meu Amor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Bar da Esquina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025696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13EC-BB4C-6803-3C30-DF19B2D2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E3B71-6A5F-4146-C459-0346B4B8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Barco do Amor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Polka do Fritz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Gastando a Sola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953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D932-52AF-3B35-4D15-79B4D7F2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35F947-4697-23B1-1624-4CCEBCF21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" y="1052736"/>
            <a:ext cx="12192000" cy="475252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cs typeface="Arial" panose="020B0604020202020204" pitchFamily="34" charset="0"/>
              </a:rPr>
              <a:t>Casamento da </a:t>
            </a:r>
            <a:r>
              <a:rPr lang="en-US" sz="7200" dirty="0" err="1">
                <a:cs typeface="Arial" panose="020B0604020202020204" pitchFamily="34" charset="0"/>
              </a:rPr>
              <a:t>Doralice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F#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Capricha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Gaiteiro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Roda Morena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663247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221A-506C-7418-D249-0C04F993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1031F0-1C85-255B-9F8C-7FC05EA61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2" y="1052736"/>
            <a:ext cx="12192000" cy="475252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 err="1">
                <a:cs typeface="Arial" panose="020B0604020202020204" pitchFamily="34" charset="0"/>
              </a:rPr>
              <a:t>Trancão</a:t>
            </a:r>
            <a:r>
              <a:rPr lang="en-US" sz="6600" dirty="0">
                <a:cs typeface="Arial" panose="020B0604020202020204" pitchFamily="34" charset="0"/>
              </a:rPr>
              <a:t> de </a:t>
            </a:r>
            <a:r>
              <a:rPr lang="en-US" sz="6600" dirty="0" err="1">
                <a:cs typeface="Arial" panose="020B0604020202020204" pitchFamily="34" charset="0"/>
              </a:rPr>
              <a:t>Baile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7200" dirty="0" err="1">
                <a:cs typeface="Arial" panose="020B0604020202020204" pitchFamily="34" charset="0"/>
              </a:rPr>
              <a:t>Trancão</a:t>
            </a:r>
            <a:r>
              <a:rPr lang="en-US" sz="7200" dirty="0">
                <a:cs typeface="Arial" panose="020B0604020202020204" pitchFamily="34" charset="0"/>
              </a:rPr>
              <a:t> de </a:t>
            </a:r>
            <a:r>
              <a:rPr lang="en-US" sz="7200" dirty="0" err="1">
                <a:cs typeface="Arial" panose="020B0604020202020204" pitchFamily="34" charset="0"/>
              </a:rPr>
              <a:t>Livramento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7200" dirty="0">
                <a:cs typeface="Arial" panose="020B0604020202020204" pitchFamily="34" charset="0"/>
              </a:rPr>
              <a:t>Tranco Véio Fandangueiro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971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3837-82A0-8779-9E35-A8AA8EA7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6A728E-9F62-9823-2AA2-E046106D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Do Fundo da </a:t>
            </a:r>
            <a:r>
              <a:rPr lang="en-US" sz="9000" dirty="0" err="1">
                <a:cs typeface="Arial" panose="020B0604020202020204" pitchFamily="34" charset="0"/>
              </a:rPr>
              <a:t>Grota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Nossa</a:t>
            </a:r>
            <a:r>
              <a:rPr lang="en-US" sz="9000" dirty="0">
                <a:cs typeface="Arial" panose="020B0604020202020204" pitchFamily="34" charset="0"/>
              </a:rPr>
              <a:t> Vaneira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Criado em Galpão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893690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8720-B4AC-D44D-44A4-A0EBC588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5056A-0AA9-451F-D849-01B2242A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Ai eu Bebo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Bebendo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Demais</a:t>
            </a:r>
            <a:r>
              <a:rPr lang="en-US" sz="9000" dirty="0">
                <a:cs typeface="Arial" panose="020B0604020202020204" pitchFamily="34" charset="0"/>
              </a:rPr>
              <a:t> 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Bagual Corcoveador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26146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89CD-A7F9-67BB-9A21-016EF369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3861B-FECE-72D1-0937-5D4F4AEC6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Bombacha</a:t>
            </a:r>
            <a:r>
              <a:rPr lang="en-US" sz="9000" dirty="0">
                <a:cs typeface="Arial" panose="020B0604020202020204" pitchFamily="34" charset="0"/>
              </a:rPr>
              <a:t> Preta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Trancão</a:t>
            </a:r>
            <a:r>
              <a:rPr lang="en-US" sz="9000" dirty="0">
                <a:cs typeface="Arial" panose="020B0604020202020204" pitchFamily="34" charset="0"/>
              </a:rPr>
              <a:t> de </a:t>
            </a:r>
            <a:r>
              <a:rPr lang="en-US" sz="9000" dirty="0" err="1">
                <a:cs typeface="Arial" panose="020B0604020202020204" pitchFamily="34" charset="0"/>
              </a:rPr>
              <a:t>Baile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Barquinho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2658274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8BFD-E20B-2C0E-D14D-33536260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9DB15F-216A-91A4-FA15-5D4091668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Barquinha</a:t>
            </a:r>
            <a:r>
              <a:rPr lang="en-US" sz="9000" dirty="0">
                <a:cs typeface="Arial" panose="020B0604020202020204" pitchFamily="34" charset="0"/>
              </a:rPr>
              <a:t> de </a:t>
            </a:r>
            <a:r>
              <a:rPr lang="en-US" sz="9000" dirty="0" err="1">
                <a:cs typeface="Arial" panose="020B0604020202020204" pitchFamily="34" charset="0"/>
              </a:rPr>
              <a:t>Ouro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F#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O </a:t>
            </a:r>
            <a:r>
              <a:rPr lang="en-US" sz="9000" dirty="0" err="1">
                <a:cs typeface="Arial" panose="020B0604020202020204" pitchFamily="34" charset="0"/>
              </a:rPr>
              <a:t>dia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vai</a:t>
            </a:r>
            <a:r>
              <a:rPr lang="en-US" sz="9000" dirty="0">
                <a:cs typeface="Arial" panose="020B0604020202020204" pitchFamily="34" charset="0"/>
              </a:rPr>
              <a:t> a </a:t>
            </a:r>
            <a:r>
              <a:rPr lang="en-US" sz="9000" dirty="0" err="1">
                <a:cs typeface="Arial" panose="020B0604020202020204" pitchFamily="34" charset="0"/>
              </a:rPr>
              <a:t>noite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vem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Fica Amor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74108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9A1DE-A81F-4D00-5DE1-CC843ECE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7554F-389C-851D-DFB9-E5E2D46BF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4864"/>
            <a:ext cx="12192000" cy="190821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 Festa é com Rota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548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DF1C0-7A85-86ED-DB66-D7614CD1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6954DC-86DB-361C-8DBE-1DF5D653C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 err="1">
                <a:cs typeface="Arial" panose="020B0604020202020204" pitchFamily="34" charset="0"/>
              </a:rPr>
              <a:t>Nosso</a:t>
            </a:r>
            <a:r>
              <a:rPr lang="en-US" sz="7200" dirty="0">
                <a:cs typeface="Arial" panose="020B0604020202020204" pitchFamily="34" charset="0"/>
              </a:rPr>
              <a:t> Amor </a:t>
            </a:r>
            <a:r>
              <a:rPr lang="en-US" sz="7200" dirty="0" err="1">
                <a:cs typeface="Arial" panose="020B0604020202020204" pitchFamily="34" charset="0"/>
              </a:rPr>
              <a:t>Terminou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Estrada da Vida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142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2A0E-4CC3-E929-FA70-C0F45AFE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6509A-21E4-20D6-D1E5-BD006E2B7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Violeta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Dobrado</a:t>
            </a:r>
            <a:r>
              <a:rPr lang="en-US" sz="9000" dirty="0">
                <a:cs typeface="Arial" panose="020B0604020202020204" pitchFamily="34" charset="0"/>
              </a:rPr>
              <a:t> do Cris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Bebo Todas </a:t>
            </a:r>
            <a:r>
              <a:rPr lang="pt-BR" sz="9000" dirty="0" err="1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7827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A95D-7A21-274C-9D58-F3CB4632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B4C2F-FC2D-4E8B-A3A2-79306FBC8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Tenente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 err="1">
                <a:cs typeface="Arial" panose="020B0604020202020204" pitchFamily="34" charset="0"/>
              </a:rPr>
              <a:t>Parranhos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Ponto Chik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304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1E623-C81E-C9C9-0369-8A3DE2197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FF13D3-EE90-BA85-6C1A-A48AED0A5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Em </a:t>
            </a:r>
            <a:r>
              <a:rPr lang="en-US" sz="8000" dirty="0" err="1">
                <a:cs typeface="Arial" panose="020B0604020202020204" pitchFamily="34" charset="0"/>
              </a:rPr>
              <a:t>Frente</a:t>
            </a:r>
            <a:r>
              <a:rPr lang="en-US" sz="8000" dirty="0">
                <a:cs typeface="Arial" panose="020B0604020202020204" pitchFamily="34" charset="0"/>
              </a:rPr>
              <a:t> a </a:t>
            </a:r>
            <a:r>
              <a:rPr lang="en-US" sz="8000" dirty="0" err="1">
                <a:cs typeface="Arial" panose="020B0604020202020204" pitchFamily="34" charset="0"/>
              </a:rPr>
              <a:t>Matriz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Beijinho</a:t>
            </a:r>
            <a:r>
              <a:rPr lang="en-US" sz="8000" dirty="0">
                <a:cs typeface="Arial" panose="020B0604020202020204" pitchFamily="34" charset="0"/>
              </a:rPr>
              <a:t> Doce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88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2C82-5541-6CA4-0A24-8158B606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131B6F-BD1A-3EEE-45DE-C8DF003D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72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Fliegerlied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La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000" dirty="0" err="1">
                <a:cs typeface="Arial" panose="020B0604020202020204" pitchFamily="34" charset="0"/>
              </a:rPr>
              <a:t>Centop</a:t>
            </a:r>
            <a:r>
              <a:rPr lang="en-US" sz="8000" dirty="0" err="1">
                <a:cs typeface="Arial" panose="020B0604020202020204" pitchFamily="34" charset="0"/>
              </a:rPr>
              <a:t>éia</a:t>
            </a:r>
            <a:r>
              <a:rPr lang="en-US" sz="8000" dirty="0">
                <a:cs typeface="Arial" panose="020B0604020202020204" pitchFamily="34" charset="0"/>
              </a:rPr>
              <a:t> do Chopp</a:t>
            </a:r>
            <a:r>
              <a:rPr lang="pt-BR" sz="8000" dirty="0">
                <a:cs typeface="Arial" panose="020B0604020202020204" pitchFamily="34" charset="0"/>
              </a:rPr>
              <a:t>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Segue a Frida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</p:txBody>
      </p:sp>
    </p:spTree>
    <p:extLst>
      <p:ext uri="{BB962C8B-B14F-4D97-AF65-F5344CB8AC3E}">
        <p14:creationId xmlns:p14="http://schemas.microsoft.com/office/powerpoint/2010/main" val="14879832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9D92B-2295-1B43-94F7-E4010426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8B6959-0F92-D097-1A40-EB5734B25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cs typeface="Arial" panose="020B0604020202020204" pitchFamily="34" charset="0"/>
              </a:rPr>
              <a:t>Fim de Semana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7200" dirty="0" err="1">
                <a:cs typeface="Arial" panose="020B0604020202020204" pitchFamily="34" charset="0"/>
              </a:rPr>
              <a:t>Rosto</a:t>
            </a:r>
            <a:r>
              <a:rPr lang="en-US" sz="7200" dirty="0">
                <a:cs typeface="Arial" panose="020B0604020202020204" pitchFamily="34" charset="0"/>
              </a:rPr>
              <a:t> Desmaquiado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7200" dirty="0">
                <a:cs typeface="Arial" panose="020B0604020202020204" pitchFamily="34" charset="0"/>
              </a:rPr>
              <a:t>Sem Amor Ninguém Vive </a:t>
            </a:r>
            <a:r>
              <a:rPr lang="pt-BR" sz="72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  <a:p>
            <a:pPr algn="ctr">
              <a:buNone/>
            </a:pPr>
            <a:r>
              <a:rPr lang="pt-BR" sz="7200" dirty="0">
                <a:cs typeface="Arial" panose="020B0604020202020204" pitchFamily="34" charset="0"/>
              </a:rPr>
              <a:t>Alice </a:t>
            </a:r>
            <a:r>
              <a:rPr lang="pt-BR" sz="7200" dirty="0">
                <a:solidFill>
                  <a:srgbClr val="FF0000"/>
                </a:solidFill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625783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6752-B86A-5B95-1CBD-8F8A60EF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42D2F-9BA3-40F3-BA86-1AC08D532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8640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 err="1">
                <a:cs typeface="Arial" panose="020B0604020202020204" pitchFamily="34" charset="0"/>
              </a:rPr>
              <a:t>Moreninha</a:t>
            </a:r>
            <a:r>
              <a:rPr lang="en-US" sz="8000" dirty="0">
                <a:cs typeface="Arial" panose="020B0604020202020204" pitchFamily="34" charset="0"/>
              </a:rPr>
              <a:t> Linda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Se a Casa </a:t>
            </a:r>
            <a:r>
              <a:rPr lang="en-US" sz="8000" dirty="0" err="1">
                <a:cs typeface="Arial" panose="020B0604020202020204" pitchFamily="34" charset="0"/>
              </a:rPr>
              <a:t>Cair</a:t>
            </a:r>
            <a:r>
              <a:rPr lang="en-US" sz="8000" dirty="0">
                <a:cs typeface="Arial" panose="020B0604020202020204" pitchFamily="34" charset="0"/>
              </a:rPr>
              <a:t>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Mulher Chorona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  <a:p>
            <a:pPr algn="ctr">
              <a:buNone/>
            </a:pPr>
            <a:r>
              <a:rPr lang="pt-BR" sz="8000" dirty="0">
                <a:cs typeface="Arial" panose="020B0604020202020204" pitchFamily="34" charset="0"/>
              </a:rPr>
              <a:t>Sola da Bota </a:t>
            </a:r>
            <a:r>
              <a:rPr lang="pt-BR" sz="80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49711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A11BF-6460-5853-F301-118DF3A0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BBADB7-6E0C-E2AF-E6E0-7C3CBCC73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Pintou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 err="1">
                <a:cs typeface="Arial" panose="020B0604020202020204" pitchFamily="34" charset="0"/>
              </a:rPr>
              <a:t>uma</a:t>
            </a:r>
            <a:r>
              <a:rPr lang="en-US" sz="9000" dirty="0">
                <a:cs typeface="Arial" panose="020B0604020202020204" pitchFamily="34" charset="0"/>
              </a:rPr>
              <a:t> Paixão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Algo me Diz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Ele te Trai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2153446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4DB8-9873-F87A-4858-EDE78494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3D7BD-FCF2-4BF7-6DD9-614F0EE03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92796"/>
            <a:ext cx="11809312" cy="36724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25 Anos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000" dirty="0">
                <a:cs typeface="Arial" panose="020B0604020202020204" pitchFamily="34" charset="0"/>
              </a:rPr>
              <a:t>Isabela </a:t>
            </a:r>
            <a:r>
              <a:rPr lang="en-US" sz="80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1724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AC98-51A4-EFF7-C53E-02AC8560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E7C43D-F11E-267E-2471-C8F6AF959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Lembranças</a:t>
            </a:r>
            <a:r>
              <a:rPr lang="en-US" sz="9000" dirty="0">
                <a:cs typeface="Arial" panose="020B0604020202020204" pitchFamily="34" charset="0"/>
              </a:rPr>
              <a:t>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F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Estrada da Vida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Bb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Assino com X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Bb</a:t>
            </a:r>
          </a:p>
        </p:txBody>
      </p:sp>
    </p:spTree>
    <p:extLst>
      <p:ext uri="{BB962C8B-B14F-4D97-AF65-F5344CB8AC3E}">
        <p14:creationId xmlns:p14="http://schemas.microsoft.com/office/powerpoint/2010/main" val="24165468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51B6-85B4-16DB-9D98-99B6711A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F2A267-D205-6F0F-B04C-50F13615C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3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000" dirty="0" err="1">
                <a:cs typeface="Arial" panose="020B0604020202020204" pitchFamily="34" charset="0"/>
              </a:rPr>
              <a:t>Querência</a:t>
            </a:r>
            <a:r>
              <a:rPr lang="en-US" sz="9000" dirty="0">
                <a:cs typeface="Arial" panose="020B0604020202020204" pitchFamily="34" charset="0"/>
              </a:rPr>
              <a:t> Amada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9000" dirty="0">
                <a:cs typeface="Arial" panose="020B0604020202020204" pitchFamily="34" charset="0"/>
              </a:rPr>
              <a:t>Sistema Antigo </a:t>
            </a:r>
            <a:r>
              <a:rPr lang="en-US" sz="9000" dirty="0">
                <a:solidFill>
                  <a:srgbClr val="FF0000"/>
                </a:solidFill>
                <a:cs typeface="Arial" panose="020B0604020202020204" pitchFamily="34" charset="0"/>
              </a:rPr>
              <a:t>C</a:t>
            </a:r>
            <a:endParaRPr lang="pt-BR" sz="9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9000" dirty="0">
                <a:cs typeface="Arial" panose="020B0604020202020204" pitchFamily="34" charset="0"/>
              </a:rPr>
              <a:t>Revoltoso </a:t>
            </a:r>
            <a:r>
              <a:rPr lang="pt-BR" sz="9000" dirty="0">
                <a:solidFill>
                  <a:srgbClr val="FF0000"/>
                </a:solidFill>
                <a:cs typeface="Arial" panose="020B0604020202020204" pitchFamily="34" charset="0"/>
              </a:rPr>
              <a:t>Bb</a:t>
            </a:r>
          </a:p>
        </p:txBody>
      </p:sp>
    </p:spTree>
    <p:extLst>
      <p:ext uri="{BB962C8B-B14F-4D97-AF65-F5344CB8AC3E}">
        <p14:creationId xmlns:p14="http://schemas.microsoft.com/office/powerpoint/2010/main" val="2231267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5644-A83D-E73A-B8DC-485FFAA72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DF05B3-5CEF-4FA2-EE8C-3577343D8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Panela Velha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B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Adeus</a:t>
            </a:r>
            <a:r>
              <a:rPr lang="en-US" sz="8800" dirty="0">
                <a:cs typeface="Arial" panose="020B0604020202020204" pitchFamily="34" charset="0"/>
              </a:rPr>
              <a:t> Mariana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800" dirty="0">
                <a:cs typeface="Arial" panose="020B0604020202020204" pitchFamily="34" charset="0"/>
              </a:rPr>
              <a:t>Mocinhas da Cidade </a:t>
            </a:r>
            <a:r>
              <a:rPr lang="pt-BR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725270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2506-EBCA-FBD3-7738-FF80B34B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B7029A-C08C-AD34-CE73-F71B89475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Nada </a:t>
            </a:r>
            <a:r>
              <a:rPr lang="en-US" sz="8800" dirty="0" err="1">
                <a:cs typeface="Arial" panose="020B0604020202020204" pitchFamily="34" charset="0"/>
              </a:rPr>
              <a:t>Mudou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B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Eu </a:t>
            </a:r>
            <a:r>
              <a:rPr lang="en-US" sz="8800" dirty="0" err="1">
                <a:cs typeface="Arial" panose="020B0604020202020204" pitchFamily="34" charset="0"/>
              </a:rPr>
              <a:t>Duvido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800" dirty="0">
                <a:cs typeface="Arial" panose="020B0604020202020204" pitchFamily="34" charset="0"/>
              </a:rPr>
              <a:t>Isso Não é Amor </a:t>
            </a:r>
            <a:r>
              <a:rPr lang="pt-BR" sz="8800" dirty="0">
                <a:solidFill>
                  <a:srgbClr val="FF0000"/>
                </a:solidFill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923613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4935-97D7-A9E5-DC61-1B07C9F5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9EC13D-EECC-1479-6EE5-B91D1FF4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604867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8800" dirty="0">
                <a:cs typeface="Arial" panose="020B0604020202020204" pitchFamily="34" charset="0"/>
              </a:rPr>
              <a:t>As </a:t>
            </a:r>
            <a:r>
              <a:rPr lang="en-US" sz="8800" dirty="0" err="1">
                <a:cs typeface="Arial" panose="020B0604020202020204" pitchFamily="34" charset="0"/>
              </a:rPr>
              <a:t>Andorinhas</a:t>
            </a:r>
            <a:r>
              <a:rPr lang="en-US" sz="8800" dirty="0">
                <a:cs typeface="Arial" panose="020B0604020202020204" pitchFamily="34" charset="0"/>
              </a:rPr>
              <a:t>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8800" dirty="0" err="1">
                <a:cs typeface="Arial" panose="020B0604020202020204" pitchFamily="34" charset="0"/>
              </a:rPr>
              <a:t>Fuscão</a:t>
            </a:r>
            <a:r>
              <a:rPr lang="en-US" sz="8800" dirty="0">
                <a:cs typeface="Arial" panose="020B0604020202020204" pitchFamily="34" charset="0"/>
              </a:rPr>
              <a:t> Preto </a:t>
            </a: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  <a:endParaRPr lang="pt-BR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8800" dirty="0">
                <a:cs typeface="Arial" panose="020B0604020202020204" pitchFamily="34" charset="0"/>
              </a:rPr>
              <a:t>O Que Tem a Rosa </a:t>
            </a:r>
            <a:r>
              <a:rPr lang="pt-BR" sz="8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1894186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5346-2F7A-B6E2-30A1-D9ABEBB6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33DB7-C32C-9C68-BDDC-5601E47D8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2" y="0"/>
            <a:ext cx="12192000" cy="68580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Whisky a </a:t>
            </a:r>
            <a:r>
              <a:rPr lang="en-US" sz="4800" dirty="0" err="1">
                <a:cs typeface="Arial" panose="020B0604020202020204" pitchFamily="34" charset="0"/>
              </a:rPr>
              <a:t>gogo</a:t>
            </a:r>
            <a:r>
              <a:rPr lang="en-US" sz="4800" dirty="0">
                <a:cs typeface="Arial" panose="020B0604020202020204" pitchFamily="34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Ana Julia </a:t>
            </a:r>
            <a:r>
              <a:rPr lang="en-US" sz="48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4800" dirty="0">
                <a:cs typeface="Arial" panose="020B0604020202020204" pitchFamily="34" charset="0"/>
              </a:rPr>
              <a:t>Roda </a:t>
            </a:r>
            <a:r>
              <a:rPr lang="pt-BR" sz="4800" dirty="0" err="1">
                <a:cs typeface="Arial" panose="020B0604020202020204" pitchFamily="34" charset="0"/>
              </a:rPr>
              <a:t>Roda</a:t>
            </a:r>
            <a:r>
              <a:rPr lang="pt-BR" sz="4800" dirty="0">
                <a:cs typeface="Arial" panose="020B0604020202020204" pitchFamily="34" charset="0"/>
              </a:rPr>
              <a:t> Vira </a:t>
            </a:r>
            <a:r>
              <a:rPr lang="pt-BR" sz="48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Chopis </a:t>
            </a:r>
            <a:r>
              <a:rPr lang="en-US" sz="4800" dirty="0" err="1">
                <a:cs typeface="Arial" panose="020B0604020202020204" pitchFamily="34" charset="0"/>
              </a:rPr>
              <a:t>Centis</a:t>
            </a:r>
            <a:r>
              <a:rPr lang="en-US" sz="4800" dirty="0">
                <a:cs typeface="Arial" panose="020B0604020202020204" pitchFamily="34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4800" dirty="0">
                <a:cs typeface="Arial" panose="020B0604020202020204" pitchFamily="34" charset="0"/>
              </a:rPr>
              <a:t>Só </a:t>
            </a:r>
            <a:r>
              <a:rPr lang="en-US" sz="4800" dirty="0" err="1">
                <a:cs typeface="Arial" panose="020B0604020202020204" pitchFamily="34" charset="0"/>
              </a:rPr>
              <a:t>uma</a:t>
            </a:r>
            <a:r>
              <a:rPr lang="en-US" sz="4800" dirty="0">
                <a:cs typeface="Arial" panose="020B0604020202020204" pitchFamily="34" charset="0"/>
              </a:rPr>
              <a:t> </a:t>
            </a:r>
            <a:r>
              <a:rPr lang="en-US" sz="4800" dirty="0" err="1">
                <a:cs typeface="Arial" panose="020B0604020202020204" pitchFamily="34" charset="0"/>
              </a:rPr>
              <a:t>Canção</a:t>
            </a:r>
            <a:endParaRPr lang="pt-BR" sz="4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pt-BR" sz="4800" dirty="0">
                <a:cs typeface="Arial" panose="020B0604020202020204" pitchFamily="34" charset="0"/>
              </a:rPr>
              <a:t>A sua maneira </a:t>
            </a:r>
            <a:r>
              <a:rPr lang="pt-BR" sz="48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  <a:p>
            <a:pPr algn="ctr">
              <a:buNone/>
            </a:pPr>
            <a:r>
              <a:rPr lang="pt-BR" sz="4800" dirty="0" err="1">
                <a:cs typeface="Arial" panose="020B0604020202020204" pitchFamily="34" charset="0"/>
              </a:rPr>
              <a:t>Brasilia</a:t>
            </a:r>
            <a:r>
              <a:rPr lang="pt-BR" sz="4800" dirty="0">
                <a:cs typeface="Arial" panose="020B0604020202020204" pitchFamily="34" charset="0"/>
              </a:rPr>
              <a:t> Amarela </a:t>
            </a:r>
            <a:r>
              <a:rPr lang="pt-BR" sz="4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060172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32220-304C-7120-64F0-7AF93B82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458B50-0AB2-F992-CC5E-E69009D62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Whisky a </a:t>
            </a:r>
            <a:r>
              <a:rPr lang="en-US" sz="9600" dirty="0" err="1">
                <a:cs typeface="Arial" panose="020B0604020202020204" pitchFamily="34" charset="0"/>
              </a:rPr>
              <a:t>gogo</a:t>
            </a:r>
            <a:r>
              <a:rPr lang="en-US" sz="9600" dirty="0">
                <a:cs typeface="Arial" panose="020B0604020202020204" pitchFamily="34" charset="0"/>
              </a:rPr>
              <a:t> </a:t>
            </a:r>
            <a:r>
              <a:rPr lang="en-US" sz="96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7439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6D0A-9C29-08AF-8419-674B4784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2EFC49-6877-52E8-B6FD-390FC62E3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Ana Julia </a:t>
            </a:r>
            <a:r>
              <a:rPr lang="en-US" sz="96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7408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73A51-16D2-BFEF-7F17-B96D0CBF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94FBDB-DD37-0509-A6DD-5009EF3F1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9600" dirty="0">
                <a:cs typeface="Arial" panose="020B0604020202020204" pitchFamily="34" charset="0"/>
              </a:rPr>
              <a:t>Roda </a:t>
            </a:r>
            <a:r>
              <a:rPr lang="pt-BR" sz="9600" dirty="0" err="1">
                <a:cs typeface="Arial" panose="020B0604020202020204" pitchFamily="34" charset="0"/>
              </a:rPr>
              <a:t>Roda</a:t>
            </a:r>
            <a:r>
              <a:rPr lang="pt-BR" sz="9600" dirty="0">
                <a:cs typeface="Arial" panose="020B0604020202020204" pitchFamily="34" charset="0"/>
              </a:rPr>
              <a:t> Vira </a:t>
            </a:r>
            <a:r>
              <a:rPr lang="pt-BR" sz="96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1973150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C6BBA-D3C4-26A3-C5C7-C1D61333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382C3-C21A-8E1E-E0A5-5CDF1CD4A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Chopis Centis </a:t>
            </a:r>
            <a:r>
              <a:rPr lang="en-US" sz="96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874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8EF9F-13F0-6185-1370-0F67A945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ACBB56-E26E-392A-D8DB-E6660212C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9600" dirty="0">
                <a:cs typeface="Arial" panose="020B0604020202020204" pitchFamily="34" charset="0"/>
              </a:rPr>
              <a:t>Só </a:t>
            </a:r>
            <a:r>
              <a:rPr lang="en-US" sz="9600" dirty="0" err="1">
                <a:cs typeface="Arial" panose="020B0604020202020204" pitchFamily="34" charset="0"/>
              </a:rPr>
              <a:t>uma</a:t>
            </a:r>
            <a:r>
              <a:rPr lang="en-US" sz="9600" dirty="0">
                <a:cs typeface="Arial" panose="020B0604020202020204" pitchFamily="34" charset="0"/>
              </a:rPr>
              <a:t> </a:t>
            </a:r>
            <a:r>
              <a:rPr lang="en-US" sz="9600" dirty="0" err="1">
                <a:cs typeface="Arial" panose="020B0604020202020204" pitchFamily="34" charset="0"/>
              </a:rPr>
              <a:t>Canção</a:t>
            </a:r>
            <a:endParaRPr lang="pt-BR" sz="9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3649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BCC3-FD39-39FE-7CDD-E627C4C86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1A2113-968D-8515-C3F5-A892FFC44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9600" dirty="0">
                <a:cs typeface="Arial" panose="020B0604020202020204" pitchFamily="34" charset="0"/>
              </a:rPr>
              <a:t>A sua maneira </a:t>
            </a:r>
            <a:r>
              <a:rPr lang="pt-BR" sz="9600" dirty="0">
                <a:solidFill>
                  <a:srgbClr val="FF0000"/>
                </a:solidFill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6370962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A43D-3E96-9E0F-EF05-B1BF0C570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8CE23-9D90-DCD9-C2D6-7E6D9FC75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582906"/>
            <a:ext cx="10729192" cy="16921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9600" dirty="0" err="1">
                <a:cs typeface="Arial" panose="020B0604020202020204" pitchFamily="34" charset="0"/>
              </a:rPr>
              <a:t>Brasilia</a:t>
            </a:r>
            <a:r>
              <a:rPr lang="pt-BR" sz="9600" dirty="0">
                <a:cs typeface="Arial" panose="020B0604020202020204" pitchFamily="34" charset="0"/>
              </a:rPr>
              <a:t> Amarela </a:t>
            </a:r>
            <a:r>
              <a:rPr lang="pt-BR" sz="96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83950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7683</TotalTime>
  <Words>516</Words>
  <Application>Microsoft Office PowerPoint</Application>
  <PresentationFormat>Widescreen</PresentationFormat>
  <Paragraphs>150</Paragraphs>
  <Slides>63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63</vt:i4>
      </vt:variant>
    </vt:vector>
  </HeadingPairs>
  <TitlesOfParts>
    <vt:vector size="68" baseType="lpstr">
      <vt:lpstr>Arial</vt:lpstr>
      <vt:lpstr>Bookman Old Style</vt:lpstr>
      <vt:lpstr>Calibri</vt:lpstr>
      <vt:lpstr>Rockwell</vt:lpstr>
      <vt:lpstr>Damask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seven</dc:creator>
  <cp:lastModifiedBy>Arthur Hack</cp:lastModifiedBy>
  <cp:revision>241</cp:revision>
  <dcterms:created xsi:type="dcterms:W3CDTF">2013-10-24T23:23:00Z</dcterms:created>
  <dcterms:modified xsi:type="dcterms:W3CDTF">2026-10-07T22:23:59Z</dcterms:modified>
</cp:coreProperties>
</file>