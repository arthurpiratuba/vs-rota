
<file path=[Content_Types].xml><?xml version="1.0" encoding="utf-8"?>
<Types xmlns="http://schemas.openxmlformats.org/package/2006/content-types">
  <Default Extension="enc" ContentType="image/jpe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4" r:id="rId1"/>
  </p:sldMasterIdLst>
  <p:handoutMasterIdLst>
    <p:handoutMasterId r:id="rId100"/>
  </p:handoutMasterIdLst>
  <p:sldIdLst>
    <p:sldId id="392" r:id="rId2"/>
    <p:sldId id="416" r:id="rId3"/>
    <p:sldId id="381" r:id="rId4"/>
    <p:sldId id="382" r:id="rId5"/>
    <p:sldId id="383" r:id="rId6"/>
    <p:sldId id="384" r:id="rId7"/>
    <p:sldId id="385" r:id="rId8"/>
    <p:sldId id="386" r:id="rId9"/>
    <p:sldId id="387" r:id="rId10"/>
    <p:sldId id="388" r:id="rId11"/>
    <p:sldId id="389" r:id="rId12"/>
    <p:sldId id="390" r:id="rId13"/>
    <p:sldId id="391" r:id="rId14"/>
    <p:sldId id="393" r:id="rId15"/>
    <p:sldId id="380" r:id="rId16"/>
    <p:sldId id="396" r:id="rId17"/>
    <p:sldId id="397" r:id="rId18"/>
    <p:sldId id="398" r:id="rId19"/>
    <p:sldId id="394" r:id="rId20"/>
    <p:sldId id="395" r:id="rId21"/>
    <p:sldId id="399" r:id="rId22"/>
    <p:sldId id="401" r:id="rId23"/>
    <p:sldId id="400" r:id="rId24"/>
    <p:sldId id="417" r:id="rId25"/>
    <p:sldId id="419" r:id="rId26"/>
    <p:sldId id="420" r:id="rId27"/>
    <p:sldId id="421" r:id="rId28"/>
    <p:sldId id="422" r:id="rId29"/>
    <p:sldId id="402" r:id="rId30"/>
    <p:sldId id="404" r:id="rId31"/>
    <p:sldId id="405" r:id="rId32"/>
    <p:sldId id="406" r:id="rId33"/>
    <p:sldId id="407" r:id="rId34"/>
    <p:sldId id="408" r:id="rId35"/>
    <p:sldId id="409" r:id="rId36"/>
    <p:sldId id="418" r:id="rId37"/>
    <p:sldId id="410" r:id="rId38"/>
    <p:sldId id="411" r:id="rId39"/>
    <p:sldId id="412" r:id="rId40"/>
    <p:sldId id="413" r:id="rId41"/>
    <p:sldId id="415" r:id="rId42"/>
    <p:sldId id="423" r:id="rId43"/>
    <p:sldId id="424" r:id="rId44"/>
    <p:sldId id="425" r:id="rId45"/>
    <p:sldId id="426" r:id="rId46"/>
    <p:sldId id="427" r:id="rId47"/>
    <p:sldId id="428" r:id="rId48"/>
    <p:sldId id="429" r:id="rId49"/>
    <p:sldId id="430" r:id="rId50"/>
    <p:sldId id="431" r:id="rId51"/>
    <p:sldId id="432" r:id="rId52"/>
    <p:sldId id="433" r:id="rId53"/>
    <p:sldId id="434" r:id="rId54"/>
    <p:sldId id="435" r:id="rId55"/>
    <p:sldId id="436" r:id="rId56"/>
    <p:sldId id="414" r:id="rId57"/>
    <p:sldId id="438" r:id="rId58"/>
    <p:sldId id="439" r:id="rId59"/>
    <p:sldId id="440" r:id="rId60"/>
    <p:sldId id="441" r:id="rId61"/>
    <p:sldId id="442" r:id="rId62"/>
    <p:sldId id="443" r:id="rId63"/>
    <p:sldId id="444" r:id="rId64"/>
    <p:sldId id="462" r:id="rId65"/>
    <p:sldId id="445" r:id="rId66"/>
    <p:sldId id="463" r:id="rId67"/>
    <p:sldId id="446" r:id="rId68"/>
    <p:sldId id="464" r:id="rId69"/>
    <p:sldId id="447" r:id="rId70"/>
    <p:sldId id="448" r:id="rId71"/>
    <p:sldId id="449" r:id="rId72"/>
    <p:sldId id="465" r:id="rId73"/>
    <p:sldId id="450" r:id="rId74"/>
    <p:sldId id="451" r:id="rId75"/>
    <p:sldId id="452" r:id="rId76"/>
    <p:sldId id="468" r:id="rId77"/>
    <p:sldId id="453" r:id="rId78"/>
    <p:sldId id="455" r:id="rId79"/>
    <p:sldId id="456" r:id="rId80"/>
    <p:sldId id="466" r:id="rId81"/>
    <p:sldId id="467" r:id="rId82"/>
    <p:sldId id="457" r:id="rId83"/>
    <p:sldId id="458" r:id="rId84"/>
    <p:sldId id="459" r:id="rId85"/>
    <p:sldId id="460" r:id="rId86"/>
    <p:sldId id="461" r:id="rId87"/>
    <p:sldId id="469" r:id="rId88"/>
    <p:sldId id="470" r:id="rId89"/>
    <p:sldId id="471" r:id="rId90"/>
    <p:sldId id="472" r:id="rId91"/>
    <p:sldId id="473" r:id="rId92"/>
    <p:sldId id="474" r:id="rId93"/>
    <p:sldId id="475" r:id="rId94"/>
    <p:sldId id="476" r:id="rId95"/>
    <p:sldId id="477" r:id="rId96"/>
    <p:sldId id="481" r:id="rId97"/>
    <p:sldId id="482" r:id="rId98"/>
    <p:sldId id="483" r:id="rId9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1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91" autoAdjust="0"/>
    <p:restoredTop sz="93302" autoAdjust="0"/>
  </p:normalViewPr>
  <p:slideViewPr>
    <p:cSldViewPr>
      <p:cViewPr>
        <p:scale>
          <a:sx n="137" d="100"/>
          <a:sy n="137" d="100"/>
        </p:scale>
        <p:origin x="486" y="372"/>
      </p:cViewPr>
      <p:guideLst>
        <p:guide orient="horz" pos="4319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9" d="100"/>
          <a:sy n="59" d="100"/>
        </p:scale>
        <p:origin x="-2556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viewProps" Target="viewProp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handoutMaster" Target="handoutMasters/handoutMaster1.xml"/><Relationship Id="rId105" Type="http://schemas.microsoft.com/office/2016/11/relationships/changesInfo" Target="changesInfos/changesInfo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thur Hack" userId="5b508c48246ea487" providerId="LiveId" clId="{789F42DD-A146-4A0A-A577-B549034765F6}"/>
    <pc:docChg chg="undo custSel addSld delSld modSld sldOrd">
      <pc:chgData name="Arthur Hack" userId="5b508c48246ea487" providerId="LiveId" clId="{789F42DD-A146-4A0A-A577-B549034765F6}" dt="2026-10-07T22:23:59.426" v="2326" actId="2696"/>
      <pc:docMkLst>
        <pc:docMk/>
      </pc:docMkLst>
      <pc:sldChg chg="modSp add del mod ord">
        <pc:chgData name="Arthur Hack" userId="5b508c48246ea487" providerId="LiveId" clId="{789F42DD-A146-4A0A-A577-B549034765F6}" dt="2026-10-07T22:23:59.425" v="2325" actId="2696"/>
        <pc:sldMkLst>
          <pc:docMk/>
          <pc:sldMk cId="1070335523" sldId="445"/>
        </pc:sldMkLst>
      </pc:sldChg>
      <pc:sldChg chg="modSp add del mod">
        <pc:chgData name="Arthur Hack" userId="5b508c48246ea487" providerId="LiveId" clId="{789F42DD-A146-4A0A-A577-B549034765F6}" dt="2026-10-07T22:23:59.420" v="2323" actId="2696"/>
        <pc:sldMkLst>
          <pc:docMk/>
          <pc:sldMk cId="4012791308" sldId="446"/>
        </pc:sldMkLst>
      </pc:sldChg>
      <pc:sldChg chg="modSp add del mod">
        <pc:chgData name="Arthur Hack" userId="5b508c48246ea487" providerId="LiveId" clId="{789F42DD-A146-4A0A-A577-B549034765F6}" dt="2026-10-07T22:23:59.418" v="2321" actId="2696"/>
        <pc:sldMkLst>
          <pc:docMk/>
          <pc:sldMk cId="1076216" sldId="447"/>
        </pc:sldMkLst>
      </pc:sldChg>
      <pc:sldChg chg="modSp add del mod">
        <pc:chgData name="Arthur Hack" userId="5b508c48246ea487" providerId="LiveId" clId="{789F42DD-A146-4A0A-A577-B549034765F6}" dt="2026-10-07T22:23:59.416" v="2320" actId="2696"/>
        <pc:sldMkLst>
          <pc:docMk/>
          <pc:sldMk cId="3786666785" sldId="448"/>
        </pc:sldMkLst>
      </pc:sldChg>
      <pc:sldChg chg="modSp add del mod ord">
        <pc:chgData name="Arthur Hack" userId="5b508c48246ea487" providerId="LiveId" clId="{789F42DD-A146-4A0A-A577-B549034765F6}" dt="2026-10-07T22:23:59.414" v="2319" actId="2696"/>
        <pc:sldMkLst>
          <pc:docMk/>
          <pc:sldMk cId="1306984352" sldId="449"/>
        </pc:sldMkLst>
      </pc:sldChg>
      <pc:sldChg chg="modSp add del mod">
        <pc:chgData name="Arthur Hack" userId="5b508c48246ea487" providerId="LiveId" clId="{789F42DD-A146-4A0A-A577-B549034765F6}" dt="2026-10-07T22:23:59.411" v="2317" actId="2696"/>
        <pc:sldMkLst>
          <pc:docMk/>
          <pc:sldMk cId="2398726471" sldId="450"/>
        </pc:sldMkLst>
      </pc:sldChg>
      <pc:sldChg chg="modSp add del mod">
        <pc:chgData name="Arthur Hack" userId="5b508c48246ea487" providerId="LiveId" clId="{789F42DD-A146-4A0A-A577-B549034765F6}" dt="2026-10-07T22:23:59.409" v="2316" actId="2696"/>
        <pc:sldMkLst>
          <pc:docMk/>
          <pc:sldMk cId="3598950300" sldId="451"/>
        </pc:sldMkLst>
      </pc:sldChg>
      <pc:sldChg chg="modSp add del mod">
        <pc:chgData name="Arthur Hack" userId="5b508c48246ea487" providerId="LiveId" clId="{789F42DD-A146-4A0A-A577-B549034765F6}" dt="2026-10-07T22:23:59.408" v="2315" actId="2696"/>
        <pc:sldMkLst>
          <pc:docMk/>
          <pc:sldMk cId="362358862" sldId="452"/>
        </pc:sldMkLst>
      </pc:sldChg>
      <pc:sldChg chg="modSp add del mod">
        <pc:chgData name="Arthur Hack" userId="5b508c48246ea487" providerId="LiveId" clId="{789F42DD-A146-4A0A-A577-B549034765F6}" dt="2026-10-07T22:23:59.403" v="2313" actId="2696"/>
        <pc:sldMkLst>
          <pc:docMk/>
          <pc:sldMk cId="2164039857" sldId="453"/>
        </pc:sldMkLst>
      </pc:sldChg>
      <pc:sldChg chg="modSp add del mod">
        <pc:chgData name="Arthur Hack" userId="5b508c48246ea487" providerId="LiveId" clId="{789F42DD-A146-4A0A-A577-B549034765F6}" dt="2026-10-07T22:23:59.401" v="2312" actId="2696"/>
        <pc:sldMkLst>
          <pc:docMk/>
          <pc:sldMk cId="1397947532" sldId="455"/>
        </pc:sldMkLst>
      </pc:sldChg>
      <pc:sldChg chg="modSp add del mod">
        <pc:chgData name="Arthur Hack" userId="5b508c48246ea487" providerId="LiveId" clId="{789F42DD-A146-4A0A-A577-B549034765F6}" dt="2026-10-07T22:23:59.399" v="2311" actId="2696"/>
        <pc:sldMkLst>
          <pc:docMk/>
          <pc:sldMk cId="3110158297" sldId="456"/>
        </pc:sldMkLst>
      </pc:sldChg>
      <pc:sldChg chg="modSp add del mod">
        <pc:chgData name="Arthur Hack" userId="5b508c48246ea487" providerId="LiveId" clId="{789F42DD-A146-4A0A-A577-B549034765F6}" dt="2026-10-07T22:23:59.393" v="2308" actId="2696"/>
        <pc:sldMkLst>
          <pc:docMk/>
          <pc:sldMk cId="3606821582" sldId="457"/>
        </pc:sldMkLst>
      </pc:sldChg>
      <pc:sldChg chg="modSp add del mod">
        <pc:chgData name="Arthur Hack" userId="5b508c48246ea487" providerId="LiveId" clId="{789F42DD-A146-4A0A-A577-B549034765F6}" dt="2026-10-07T22:23:59.391" v="2307" actId="2696"/>
        <pc:sldMkLst>
          <pc:docMk/>
          <pc:sldMk cId="3534636844" sldId="458"/>
        </pc:sldMkLst>
      </pc:sldChg>
      <pc:sldChg chg="modSp add del mod">
        <pc:chgData name="Arthur Hack" userId="5b508c48246ea487" providerId="LiveId" clId="{789F42DD-A146-4A0A-A577-B549034765F6}" dt="2026-10-07T22:23:59.389" v="2306" actId="2696"/>
        <pc:sldMkLst>
          <pc:docMk/>
          <pc:sldMk cId="2701725271" sldId="459"/>
        </pc:sldMkLst>
      </pc:sldChg>
      <pc:sldChg chg="modSp add del mod">
        <pc:chgData name="Arthur Hack" userId="5b508c48246ea487" providerId="LiveId" clId="{789F42DD-A146-4A0A-A577-B549034765F6}" dt="2026-10-07T22:23:59.387" v="2305" actId="2696"/>
        <pc:sldMkLst>
          <pc:docMk/>
          <pc:sldMk cId="2144242260" sldId="460"/>
        </pc:sldMkLst>
      </pc:sldChg>
      <pc:sldChg chg="modSp add del mod">
        <pc:chgData name="Arthur Hack" userId="5b508c48246ea487" providerId="LiveId" clId="{789F42DD-A146-4A0A-A577-B549034765F6}" dt="2026-10-07T22:23:59.385" v="2304" actId="2696"/>
        <pc:sldMkLst>
          <pc:docMk/>
          <pc:sldMk cId="744409674" sldId="461"/>
        </pc:sldMkLst>
      </pc:sldChg>
      <pc:sldChg chg="modSp add del mod ord">
        <pc:chgData name="Arthur Hack" userId="5b508c48246ea487" providerId="LiveId" clId="{789F42DD-A146-4A0A-A577-B549034765F6}" dt="2026-10-07T22:23:59.426" v="2326" actId="2696"/>
        <pc:sldMkLst>
          <pc:docMk/>
          <pc:sldMk cId="4060310530" sldId="462"/>
        </pc:sldMkLst>
      </pc:sldChg>
      <pc:sldChg chg="modSp add del mod ord">
        <pc:chgData name="Arthur Hack" userId="5b508c48246ea487" providerId="LiveId" clId="{789F42DD-A146-4A0A-A577-B549034765F6}" dt="2026-10-07T22:23:59.422" v="2324" actId="2696"/>
        <pc:sldMkLst>
          <pc:docMk/>
          <pc:sldMk cId="3330486890" sldId="463"/>
        </pc:sldMkLst>
      </pc:sldChg>
      <pc:sldChg chg="modSp add del mod ord">
        <pc:chgData name="Arthur Hack" userId="5b508c48246ea487" providerId="LiveId" clId="{789F42DD-A146-4A0A-A577-B549034765F6}" dt="2026-10-07T22:23:59.419" v="2322" actId="2696"/>
        <pc:sldMkLst>
          <pc:docMk/>
          <pc:sldMk cId="493967408" sldId="464"/>
        </pc:sldMkLst>
      </pc:sldChg>
      <pc:sldChg chg="modSp add del mod ord">
        <pc:chgData name="Arthur Hack" userId="5b508c48246ea487" providerId="LiveId" clId="{789F42DD-A146-4A0A-A577-B549034765F6}" dt="2026-10-07T22:23:59.412" v="2318" actId="2696"/>
        <pc:sldMkLst>
          <pc:docMk/>
          <pc:sldMk cId="361883740" sldId="465"/>
        </pc:sldMkLst>
      </pc:sldChg>
      <pc:sldChg chg="modSp add del mod ord">
        <pc:chgData name="Arthur Hack" userId="5b508c48246ea487" providerId="LiveId" clId="{789F42DD-A146-4A0A-A577-B549034765F6}" dt="2026-10-07T22:23:59.397" v="2310" actId="2696"/>
        <pc:sldMkLst>
          <pc:docMk/>
          <pc:sldMk cId="1721671897" sldId="466"/>
        </pc:sldMkLst>
      </pc:sldChg>
      <pc:sldChg chg="modSp add del mod ord">
        <pc:chgData name="Arthur Hack" userId="5b508c48246ea487" providerId="LiveId" clId="{789F42DD-A146-4A0A-A577-B549034765F6}" dt="2026-10-07T22:23:59.394" v="2309" actId="2696"/>
        <pc:sldMkLst>
          <pc:docMk/>
          <pc:sldMk cId="893400633" sldId="467"/>
        </pc:sldMkLst>
      </pc:sldChg>
      <pc:sldChg chg="modSp add del mod">
        <pc:chgData name="Arthur Hack" userId="5b508c48246ea487" providerId="LiveId" clId="{789F42DD-A146-4A0A-A577-B549034765F6}" dt="2026-10-07T22:23:59.406" v="2314" actId="2696"/>
        <pc:sldMkLst>
          <pc:docMk/>
          <pc:sldMk cId="1320483128" sldId="468"/>
        </pc:sldMkLst>
      </pc:sldChg>
      <pc:sldChg chg="del">
        <pc:chgData name="Arthur Hack" userId="5b508c48246ea487" providerId="LiveId" clId="{789F42DD-A146-4A0A-A577-B549034765F6}" dt="2026-10-07T22:23:59.383" v="2303" actId="2696"/>
        <pc:sldMkLst>
          <pc:docMk/>
          <pc:sldMk cId="0" sldId="469"/>
        </pc:sldMkLst>
      </pc:sldChg>
      <pc:sldChg chg="del">
        <pc:chgData name="Arthur Hack" userId="5b508c48246ea487" providerId="LiveId" clId="{789F42DD-A146-4A0A-A577-B549034765F6}" dt="2026-10-07T22:23:59.382" v="2302" actId="2696"/>
        <pc:sldMkLst>
          <pc:docMk/>
          <pc:sldMk cId="0" sldId="470"/>
        </pc:sldMkLst>
      </pc:sldChg>
      <pc:sldChg chg="del">
        <pc:chgData name="Arthur Hack" userId="5b508c48246ea487" providerId="LiveId" clId="{789F42DD-A146-4A0A-A577-B549034765F6}" dt="2026-10-07T22:23:59.380" v="2301" actId="2696"/>
        <pc:sldMkLst>
          <pc:docMk/>
          <pc:sldMk cId="0" sldId="471"/>
        </pc:sldMkLst>
      </pc:sldChg>
      <pc:sldChg chg="del">
        <pc:chgData name="Arthur Hack" userId="5b508c48246ea487" providerId="LiveId" clId="{789F42DD-A146-4A0A-A577-B549034765F6}" dt="2026-10-07T22:23:59.378" v="2300" actId="2696"/>
        <pc:sldMkLst>
          <pc:docMk/>
          <pc:sldMk cId="0" sldId="472"/>
        </pc:sldMkLst>
      </pc:sldChg>
      <pc:sldChg chg="del">
        <pc:chgData name="Arthur Hack" userId="5b508c48246ea487" providerId="LiveId" clId="{789F42DD-A146-4A0A-A577-B549034765F6}" dt="2026-10-07T22:23:59.377" v="2299" actId="2696"/>
        <pc:sldMkLst>
          <pc:docMk/>
          <pc:sldMk cId="0" sldId="473"/>
        </pc:sldMkLst>
      </pc:sldChg>
      <pc:sldChg chg="del">
        <pc:chgData name="Arthur Hack" userId="5b508c48246ea487" providerId="LiveId" clId="{789F42DD-A146-4A0A-A577-B549034765F6}" dt="2026-10-07T22:23:59.375" v="2298" actId="2696"/>
        <pc:sldMkLst>
          <pc:docMk/>
          <pc:sldMk cId="0" sldId="474"/>
        </pc:sldMkLst>
      </pc:sldChg>
      <pc:sldChg chg="del">
        <pc:chgData name="Arthur Hack" userId="5b508c48246ea487" providerId="LiveId" clId="{789F42DD-A146-4A0A-A577-B549034765F6}" dt="2026-10-07T22:23:59.373" v="2297" actId="2696"/>
        <pc:sldMkLst>
          <pc:docMk/>
          <pc:sldMk cId="0" sldId="475"/>
        </pc:sldMkLst>
      </pc:sldChg>
      <pc:sldChg chg="del">
        <pc:chgData name="Arthur Hack" userId="5b508c48246ea487" providerId="LiveId" clId="{789F42DD-A146-4A0A-A577-B549034765F6}" dt="2026-10-07T22:23:59.372" v="2296" actId="2696"/>
        <pc:sldMkLst>
          <pc:docMk/>
          <pc:sldMk cId="0" sldId="476"/>
        </pc:sldMkLst>
      </pc:sldChg>
      <pc:sldChg chg="del">
        <pc:chgData name="Arthur Hack" userId="5b508c48246ea487" providerId="LiveId" clId="{789F42DD-A146-4A0A-A577-B549034765F6}" dt="2026-10-07T22:23:59.371" v="2295" actId="2696"/>
        <pc:sldMkLst>
          <pc:docMk/>
          <pc:sldMk cId="0" sldId="477"/>
        </pc:sldMkLst>
      </pc:sldChg>
      <pc:sldChg chg="del">
        <pc:chgData name="Arthur Hack" userId="5b508c48246ea487" providerId="LiveId" clId="{789F42DD-A146-4A0A-A577-B549034765F6}" dt="2026-10-07T22:23:59.369" v="2294" actId="2696"/>
        <pc:sldMkLst>
          <pc:docMk/>
          <pc:sldMk cId="0" sldId="478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69E24D-9DBE-4DAB-A481-718B3C423892}" type="datetimeFigureOut">
              <a:rPr lang="pt-BR" smtClean="0"/>
              <a:t>17/10/2026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0E33F2-1AEA-4A8F-89D6-776151CD4A1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8193508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B304C-6D9A-40FB-A8B9-28880A8BB8D2}" type="datetimeFigureOut">
              <a:rPr lang="pt-BR" smtClean="0"/>
              <a:pPr/>
              <a:t>17/10/2026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917E5-2990-4847-B656-AC00D545A81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02243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B304C-6D9A-40FB-A8B9-28880A8BB8D2}" type="datetimeFigureOut">
              <a:rPr lang="pt-BR" smtClean="0"/>
              <a:pPr/>
              <a:t>17/10/2026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917E5-2990-4847-B656-AC00D545A81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742175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B304C-6D9A-40FB-A8B9-28880A8BB8D2}" type="datetimeFigureOut">
              <a:rPr lang="pt-BR" smtClean="0"/>
              <a:pPr/>
              <a:t>17/10/2026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917E5-2990-4847-B656-AC00D545A81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45947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B304C-6D9A-40FB-A8B9-28880A8BB8D2}" type="datetimeFigureOut">
              <a:rPr lang="pt-BR" smtClean="0"/>
              <a:pPr/>
              <a:t>17/10/2026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917E5-2990-4847-B656-AC00D545A81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5571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B304C-6D9A-40FB-A8B9-28880A8BB8D2}" type="datetimeFigureOut">
              <a:rPr lang="pt-BR" smtClean="0"/>
              <a:pPr/>
              <a:t>17/10/2026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917E5-2990-4847-B656-AC00D545A81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837518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B304C-6D9A-40FB-A8B9-28880A8BB8D2}" type="datetimeFigureOut">
              <a:rPr lang="pt-BR" smtClean="0"/>
              <a:pPr/>
              <a:t>17/10/2026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917E5-2990-4847-B656-AC00D545A81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53542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B304C-6D9A-40FB-A8B9-28880A8BB8D2}" type="datetimeFigureOut">
              <a:rPr lang="pt-BR" smtClean="0"/>
              <a:pPr/>
              <a:t>17/10/2026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917E5-2990-4847-B656-AC00D545A81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43711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B304C-6D9A-40FB-A8B9-28880A8BB8D2}" type="datetimeFigureOut">
              <a:rPr lang="pt-BR" smtClean="0"/>
              <a:pPr/>
              <a:t>17/10/2026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917E5-2990-4847-B656-AC00D545A81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21840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B304C-6D9A-40FB-A8B9-28880A8BB8D2}" type="datetimeFigureOut">
              <a:rPr lang="pt-BR" smtClean="0"/>
              <a:pPr/>
              <a:t>17/10/2026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917E5-2990-4847-B656-AC00D545A81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29489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B304C-6D9A-40FB-A8B9-28880A8BB8D2}" type="datetimeFigureOut">
              <a:rPr lang="pt-BR" smtClean="0"/>
              <a:pPr/>
              <a:t>17/10/2026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917E5-2990-4847-B656-AC00D545A81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82377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B304C-6D9A-40FB-A8B9-28880A8BB8D2}" type="datetimeFigureOut">
              <a:rPr lang="pt-BR" smtClean="0"/>
              <a:pPr/>
              <a:t>17/10/2026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917E5-2990-4847-B656-AC00D545A81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74548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B304C-6D9A-40FB-A8B9-28880A8BB8D2}" type="datetimeFigureOut">
              <a:rPr lang="pt-BR" smtClean="0"/>
              <a:pPr/>
              <a:t>17/10/2026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917E5-2990-4847-B656-AC00D545A81B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699499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B304C-6D9A-40FB-A8B9-28880A8BB8D2}" type="datetimeFigureOut">
              <a:rPr lang="pt-BR" smtClean="0"/>
              <a:pPr/>
              <a:t>17/10/2026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917E5-2990-4847-B656-AC00D545A81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129085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B304C-6D9A-40FB-A8B9-28880A8BB8D2}" type="datetimeFigureOut">
              <a:rPr lang="pt-BR" smtClean="0"/>
              <a:pPr/>
              <a:t>17/10/2026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917E5-2990-4847-B656-AC00D545A81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3114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B304C-6D9A-40FB-A8B9-28880A8BB8D2}" type="datetimeFigureOut">
              <a:rPr lang="pt-BR" smtClean="0"/>
              <a:pPr/>
              <a:t>17/10/2026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917E5-2990-4847-B656-AC00D545A81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516630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B304C-6D9A-40FB-A8B9-28880A8BB8D2}" type="datetimeFigureOut">
              <a:rPr lang="pt-BR" smtClean="0"/>
              <a:pPr/>
              <a:t>17/10/2026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917E5-2990-4847-B656-AC00D545A81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707121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B304C-6D9A-40FB-A8B9-28880A8BB8D2}" type="datetimeFigureOut">
              <a:rPr lang="pt-BR" smtClean="0"/>
              <a:pPr/>
              <a:t>17/10/2026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917E5-2990-4847-B656-AC00D545A81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3278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0B304C-6D9A-40FB-A8B9-28880A8BB8D2}" type="datetimeFigureOut">
              <a:rPr lang="pt-BR" smtClean="0"/>
              <a:pPr/>
              <a:t>17/10/2026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5917E5-2990-4847-B656-AC00D545A81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7748230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  <p:sldLayoutId id="2147483816" r:id="rId12"/>
    <p:sldLayoutId id="2147483817" r:id="rId13"/>
    <p:sldLayoutId id="2147483818" r:id="rId14"/>
    <p:sldLayoutId id="2147483819" r:id="rId15"/>
    <p:sldLayoutId id="2147483820" r:id="rId16"/>
    <p:sldLayoutId id="2147483821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nc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D8B078-B005-E808-C1F2-7D52408ED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8">
            <a:extLst>
              <a:ext uri="{FF2B5EF4-FFF2-40B4-BE49-F238E27FC236}">
                <a16:creationId xmlns:a16="http://schemas.microsoft.com/office/drawing/2014/main" id="{BF99D510-C769-4A3F-B1BF-0A2F3822AE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2474" y="733425"/>
            <a:ext cx="10693662" cy="5391150"/>
          </a:xfrm>
          <a:prstGeom prst="rect">
            <a:avLst/>
          </a:prstGeom>
          <a:solidFill>
            <a:srgbClr val="FFFFFF"/>
          </a:solidFill>
          <a:ln w="190500" cap="sq">
            <a:solidFill>
              <a:srgbClr val="FFFFFF"/>
            </a:solidFill>
            <a:miter lim="800000"/>
          </a:ln>
          <a:effectLst>
            <a:outerShdw blurRad="54991" dist="17780" dir="5400000" algn="ctr" rotWithShape="0">
              <a:schemeClr val="bg1">
                <a:alpha val="40000"/>
              </a:scheme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m 3" descr="Logotipo&#10;&#10;Descrição gerada automaticamente">
            <a:extLst>
              <a:ext uri="{FF2B5EF4-FFF2-40B4-BE49-F238E27FC236}">
                <a16:creationId xmlns:a16="http://schemas.microsoft.com/office/drawing/2014/main" id="{7F9E0B70-3AAE-571C-AFEA-4C3555AB46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9762" y="1114868"/>
            <a:ext cx="4628265" cy="4628265"/>
          </a:xfrm>
          <a:prstGeom prst="rect">
            <a:avLst/>
          </a:prstGeom>
        </p:spPr>
      </p:pic>
      <p:sp>
        <p:nvSpPr>
          <p:cNvPr id="12" name="Rectangle 10">
            <a:extLst>
              <a:ext uri="{FF2B5EF4-FFF2-40B4-BE49-F238E27FC236}">
                <a16:creationId xmlns:a16="http://schemas.microsoft.com/office/drawing/2014/main" id="{62DD38F0-3136-4D36-9445-AAF26688FF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2496" y="799817"/>
            <a:ext cx="10575170" cy="5258367"/>
          </a:xfrm>
          <a:prstGeom prst="rect">
            <a:avLst/>
          </a:prstGeom>
          <a:noFill/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3587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23DEEC-4B4A-BA93-7098-6C2FC9C90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56487E6-2FC1-4B5F-C187-9D5599F515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404" y="2582906"/>
            <a:ext cx="10729192" cy="1692188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9000" dirty="0">
                <a:cs typeface="Arial" panose="020B0604020202020204" pitchFamily="34" charset="0"/>
              </a:rPr>
              <a:t>Ein </a:t>
            </a:r>
            <a:r>
              <a:rPr lang="en-US" sz="9000" dirty="0" err="1">
                <a:cs typeface="Arial" panose="020B0604020202020204" pitchFamily="34" charset="0"/>
              </a:rPr>
              <a:t>Prosit</a:t>
            </a:r>
            <a:r>
              <a:rPr lang="en-US" sz="9000" dirty="0">
                <a:cs typeface="Arial" panose="020B0604020202020204" pitchFamily="34" charset="0"/>
              </a:rPr>
              <a:t> </a:t>
            </a:r>
            <a:r>
              <a:rPr lang="en-US" sz="9000" dirty="0">
                <a:solidFill>
                  <a:srgbClr val="FF0000"/>
                </a:solidFill>
                <a:cs typeface="Arial" panose="020B0604020202020204" pitchFamily="34" charset="0"/>
              </a:rPr>
              <a:t>Sib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23976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7D746F-A3A2-A52C-781B-3A1457203E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712EAAC-605C-EEAD-CAD5-F7B6E6BB15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360" y="1592796"/>
            <a:ext cx="11521280" cy="3672407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9000" dirty="0">
                <a:cs typeface="Arial" panose="020B0604020202020204" pitchFamily="34" charset="0"/>
              </a:rPr>
              <a:t>Polka do Fritz </a:t>
            </a:r>
            <a:r>
              <a:rPr lang="en-US" sz="9000" dirty="0" err="1">
                <a:solidFill>
                  <a:srgbClr val="FF0000"/>
                </a:solidFill>
                <a:cs typeface="Arial" panose="020B0604020202020204" pitchFamily="34" charset="0"/>
              </a:rPr>
              <a:t>Fá</a:t>
            </a:r>
            <a:r>
              <a:rPr lang="en-US" sz="9000" dirty="0">
                <a:solidFill>
                  <a:srgbClr val="FF0000"/>
                </a:solidFill>
                <a:cs typeface="Arial" panose="020B0604020202020204" pitchFamily="34" charset="0"/>
              </a:rPr>
              <a:t>-Sib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en-US" sz="9000" dirty="0" err="1">
                <a:cs typeface="Arial" panose="020B0604020202020204" pitchFamily="34" charset="0"/>
              </a:rPr>
              <a:t>Gastando</a:t>
            </a:r>
            <a:r>
              <a:rPr lang="en-US" sz="9000" dirty="0">
                <a:cs typeface="Arial" panose="020B0604020202020204" pitchFamily="34" charset="0"/>
              </a:rPr>
              <a:t> a Sola </a:t>
            </a:r>
            <a:r>
              <a:rPr lang="en-US" sz="9000" dirty="0" err="1">
                <a:solidFill>
                  <a:srgbClr val="FF0000"/>
                </a:solidFill>
                <a:cs typeface="Arial" panose="020B0604020202020204" pitchFamily="34" charset="0"/>
              </a:rPr>
              <a:t>Fá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22117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E4C884-37A1-7BEA-1FEC-47AFA67E5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E559406-71CD-C9DE-3FDF-D3F0A126E3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360" y="1592796"/>
            <a:ext cx="11521280" cy="3672407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9000" dirty="0" err="1">
                <a:cs typeface="Arial" panose="020B0604020202020204" pitchFamily="34" charset="0"/>
              </a:rPr>
              <a:t>Ouro</a:t>
            </a:r>
            <a:r>
              <a:rPr lang="en-US" sz="9000" dirty="0">
                <a:cs typeface="Arial" panose="020B0604020202020204" pitchFamily="34" charset="0"/>
              </a:rPr>
              <a:t> </a:t>
            </a:r>
            <a:r>
              <a:rPr lang="en-US" sz="9000" dirty="0" err="1">
                <a:cs typeface="Arial" panose="020B0604020202020204" pitchFamily="34" charset="0"/>
              </a:rPr>
              <a:t>na</a:t>
            </a:r>
            <a:r>
              <a:rPr lang="en-US" sz="9000" dirty="0">
                <a:cs typeface="Arial" panose="020B0604020202020204" pitchFamily="34" charset="0"/>
              </a:rPr>
              <a:t> Estrada </a:t>
            </a:r>
            <a:r>
              <a:rPr lang="en-US" sz="9000" dirty="0">
                <a:solidFill>
                  <a:srgbClr val="FF0000"/>
                </a:solidFill>
                <a:cs typeface="Arial" panose="020B0604020202020204" pitchFamily="34" charset="0"/>
              </a:rPr>
              <a:t>Mib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en-US" sz="9000" dirty="0">
                <a:cs typeface="Arial" panose="020B0604020202020204" pitchFamily="34" charset="0"/>
              </a:rPr>
              <a:t>Com Bitter </a:t>
            </a:r>
            <a:r>
              <a:rPr lang="en-US" sz="9000" dirty="0" err="1">
                <a:solidFill>
                  <a:srgbClr val="FF0000"/>
                </a:solidFill>
                <a:cs typeface="Arial" panose="020B0604020202020204" pitchFamily="34" charset="0"/>
              </a:rPr>
              <a:t>Fá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0057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7472D-AA34-C08B-2D71-8AA1A0C60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CC88E5E-42F5-395C-62D6-68024F6D20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360" y="1592796"/>
            <a:ext cx="11521280" cy="3672407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9000" dirty="0">
                <a:cs typeface="Arial" panose="020B0604020202020204" pitchFamily="34" charset="0"/>
              </a:rPr>
              <a:t>Blumenau </a:t>
            </a:r>
            <a:r>
              <a:rPr lang="en-US" sz="9000" dirty="0">
                <a:solidFill>
                  <a:srgbClr val="FF0000"/>
                </a:solidFill>
                <a:cs typeface="Arial" panose="020B0604020202020204" pitchFamily="34" charset="0"/>
              </a:rPr>
              <a:t>Sib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en-US" sz="9000" dirty="0">
                <a:cs typeface="Arial" panose="020B0604020202020204" pitchFamily="34" charset="0"/>
              </a:rPr>
              <a:t>Feliz </a:t>
            </a:r>
            <a:r>
              <a:rPr lang="en-US" sz="9000" dirty="0" err="1">
                <a:cs typeface="Arial" panose="020B0604020202020204" pitchFamily="34" charset="0"/>
              </a:rPr>
              <a:t>em</a:t>
            </a:r>
            <a:r>
              <a:rPr lang="en-US" sz="9000" dirty="0">
                <a:cs typeface="Arial" panose="020B0604020202020204" pitchFamily="34" charset="0"/>
              </a:rPr>
              <a:t> Festa </a:t>
            </a:r>
            <a:r>
              <a:rPr lang="en-US" sz="9000" dirty="0" err="1">
                <a:solidFill>
                  <a:srgbClr val="FF0000"/>
                </a:solidFill>
                <a:cs typeface="Arial" panose="020B0604020202020204" pitchFamily="34" charset="0"/>
              </a:rPr>
              <a:t>Fá</a:t>
            </a:r>
            <a:r>
              <a:rPr lang="en-US" sz="9000" dirty="0">
                <a:solidFill>
                  <a:srgbClr val="FF0000"/>
                </a:solidFill>
                <a:cs typeface="Arial" panose="020B0604020202020204" pitchFamily="34" charset="0"/>
              </a:rPr>
              <a:t>-Sib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91759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57BF5C-3D9C-F021-DD9A-0C8C66EAEC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0D0257E-22D9-C5ED-C033-1C1F35D7EF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360" y="1592796"/>
            <a:ext cx="11521280" cy="3672407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9000" dirty="0" err="1">
                <a:cs typeface="Arial" panose="020B0604020202020204" pitchFamily="34" charset="0"/>
              </a:rPr>
              <a:t>Kerb</a:t>
            </a:r>
            <a:r>
              <a:rPr lang="en-US" sz="9000" dirty="0">
                <a:cs typeface="Arial" panose="020B0604020202020204" pitchFamily="34" charset="0"/>
              </a:rPr>
              <a:t> </a:t>
            </a:r>
            <a:r>
              <a:rPr lang="en-US" sz="9000" dirty="0" err="1">
                <a:cs typeface="Arial" panose="020B0604020202020204" pitchFamily="34" charset="0"/>
              </a:rPr>
              <a:t>na</a:t>
            </a:r>
            <a:r>
              <a:rPr lang="en-US" sz="9000" dirty="0">
                <a:cs typeface="Arial" panose="020B0604020202020204" pitchFamily="34" charset="0"/>
              </a:rPr>
              <a:t> Colonia </a:t>
            </a:r>
            <a:r>
              <a:rPr lang="en-US" sz="9000" dirty="0">
                <a:solidFill>
                  <a:srgbClr val="FF0000"/>
                </a:solidFill>
                <a:cs typeface="Arial" panose="020B0604020202020204" pitchFamily="34" charset="0"/>
              </a:rPr>
              <a:t>Sib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en-US" sz="9000" dirty="0">
                <a:cs typeface="Arial" panose="020B0604020202020204" pitchFamily="34" charset="0"/>
              </a:rPr>
              <a:t>Polka do Elton </a:t>
            </a:r>
            <a:r>
              <a:rPr lang="en-US" sz="9000" dirty="0" err="1">
                <a:solidFill>
                  <a:srgbClr val="FF0000"/>
                </a:solidFill>
                <a:cs typeface="Arial" panose="020B0604020202020204" pitchFamily="34" charset="0"/>
              </a:rPr>
              <a:t>Fá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33588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AFE86-59BC-3564-2BA4-0B4E5AE0C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77D5B70-EA9D-1A7A-12D6-27AED378AD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328" y="1592796"/>
            <a:ext cx="12144672" cy="3672407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8800" dirty="0">
                <a:cs typeface="Arial" panose="020B0604020202020204" pitchFamily="34" charset="0"/>
              </a:rPr>
              <a:t>Bebo </a:t>
            </a:r>
            <a:r>
              <a:rPr lang="en-US" sz="8800" dirty="0" err="1">
                <a:cs typeface="Arial" panose="020B0604020202020204" pitchFamily="34" charset="0"/>
              </a:rPr>
              <a:t>Todas</a:t>
            </a:r>
            <a:r>
              <a:rPr lang="en-US" sz="8800" dirty="0">
                <a:cs typeface="Arial" panose="020B0604020202020204" pitchFamily="34" charset="0"/>
              </a:rPr>
              <a:t> </a:t>
            </a:r>
            <a:r>
              <a:rPr lang="en-US" sz="8800" dirty="0" err="1">
                <a:solidFill>
                  <a:srgbClr val="FF0000"/>
                </a:solidFill>
                <a:cs typeface="Arial" panose="020B0604020202020204" pitchFamily="34" charset="0"/>
              </a:rPr>
              <a:t>Fá</a:t>
            </a:r>
            <a:endParaRPr lang="pt-BR" sz="88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en-US" sz="8800" dirty="0" err="1">
                <a:cs typeface="Arial" panose="020B0604020202020204" pitchFamily="34" charset="0"/>
              </a:rPr>
              <a:t>Levanta</a:t>
            </a:r>
            <a:r>
              <a:rPr lang="en-US" sz="8800" dirty="0">
                <a:cs typeface="Arial" panose="020B0604020202020204" pitchFamily="34" charset="0"/>
              </a:rPr>
              <a:t> </a:t>
            </a:r>
            <a:r>
              <a:rPr lang="en-US" sz="8800" dirty="0" err="1">
                <a:cs typeface="Arial" panose="020B0604020202020204" pitchFamily="34" charset="0"/>
              </a:rPr>
              <a:t>Poeira</a:t>
            </a:r>
            <a:r>
              <a:rPr lang="en-US" sz="8800" dirty="0">
                <a:cs typeface="Arial" panose="020B0604020202020204" pitchFamily="34" charset="0"/>
              </a:rPr>
              <a:t> </a:t>
            </a: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Sib-Mib</a:t>
            </a:r>
            <a:endParaRPr lang="pt-BR" sz="88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7303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D67128-76C7-8EB3-DA5C-71EDFFE4C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A4F81D-7CBF-6E58-C341-52614EE398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62826"/>
            <a:ext cx="12192000" cy="3132348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7200" dirty="0">
                <a:cs typeface="Arial" panose="020B0604020202020204" pitchFamily="34" charset="0"/>
              </a:rPr>
              <a:t>O </a:t>
            </a:r>
            <a:r>
              <a:rPr lang="en-US" sz="7200" dirty="0" err="1">
                <a:cs typeface="Arial" panose="020B0604020202020204" pitchFamily="34" charset="0"/>
              </a:rPr>
              <a:t>Roubo</a:t>
            </a:r>
            <a:r>
              <a:rPr lang="en-US" sz="7200" dirty="0">
                <a:cs typeface="Arial" panose="020B0604020202020204" pitchFamily="34" charset="0"/>
              </a:rPr>
              <a:t> da Gaita </a:t>
            </a:r>
            <a:r>
              <a:rPr lang="en-US" sz="7200" dirty="0" err="1">
                <a:cs typeface="Arial" panose="020B0604020202020204" pitchFamily="34" charset="0"/>
              </a:rPr>
              <a:t>Velha</a:t>
            </a:r>
            <a:r>
              <a:rPr lang="en-US" sz="7200" dirty="0">
                <a:cs typeface="Arial" panose="020B0604020202020204" pitchFamily="34" charset="0"/>
              </a:rPr>
              <a:t> </a:t>
            </a:r>
            <a:r>
              <a:rPr lang="en-US" sz="7200" dirty="0">
                <a:solidFill>
                  <a:srgbClr val="FF0000"/>
                </a:solidFill>
                <a:cs typeface="Arial" panose="020B0604020202020204" pitchFamily="34" charset="0"/>
              </a:rPr>
              <a:t>Sib</a:t>
            </a:r>
            <a:endParaRPr lang="pt-BR" sz="72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en-US" sz="8000" dirty="0" err="1">
                <a:cs typeface="Arial" panose="020B0604020202020204" pitchFamily="34" charset="0"/>
              </a:rPr>
              <a:t>Baião</a:t>
            </a:r>
            <a:r>
              <a:rPr lang="en-US" sz="8000" dirty="0">
                <a:cs typeface="Arial" panose="020B0604020202020204" pitchFamily="34" charset="0"/>
              </a:rPr>
              <a:t> do </a:t>
            </a:r>
            <a:r>
              <a:rPr lang="en-US" sz="8000" dirty="0" err="1">
                <a:cs typeface="Arial" panose="020B0604020202020204" pitchFamily="34" charset="0"/>
              </a:rPr>
              <a:t>Sucosuco</a:t>
            </a:r>
            <a:r>
              <a:rPr lang="en-US" sz="8000" dirty="0">
                <a:cs typeface="Arial" panose="020B0604020202020204" pitchFamily="34" charset="0"/>
              </a:rPr>
              <a:t> </a:t>
            </a:r>
            <a:r>
              <a:rPr lang="en-US" sz="8000" dirty="0">
                <a:solidFill>
                  <a:srgbClr val="FF0000"/>
                </a:solidFill>
                <a:cs typeface="Arial" panose="020B0604020202020204" pitchFamily="34" charset="0"/>
              </a:rPr>
              <a:t>Sib</a:t>
            </a:r>
            <a:endParaRPr lang="pt-BR" sz="8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54353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09A3B-0D94-115F-1B4E-F7EF66A4E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EF3A1DE-74C8-6D52-305D-1DFDE7A7D9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44724"/>
            <a:ext cx="12192000" cy="4968552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9000" dirty="0">
                <a:cs typeface="Arial" panose="020B0604020202020204" pitchFamily="34" charset="0"/>
              </a:rPr>
              <a:t>Viva o </a:t>
            </a:r>
            <a:r>
              <a:rPr lang="en-US" sz="9000" dirty="0" err="1">
                <a:cs typeface="Arial" panose="020B0604020202020204" pitchFamily="34" charset="0"/>
              </a:rPr>
              <a:t>Kerb</a:t>
            </a:r>
            <a:r>
              <a:rPr lang="en-US" sz="9000" dirty="0">
                <a:cs typeface="Arial" panose="020B0604020202020204" pitchFamily="34" charset="0"/>
              </a:rPr>
              <a:t> </a:t>
            </a:r>
            <a:r>
              <a:rPr lang="en-US" sz="9000" dirty="0">
                <a:solidFill>
                  <a:srgbClr val="FF0000"/>
                </a:solidFill>
                <a:cs typeface="Arial" panose="020B0604020202020204" pitchFamily="34" charset="0"/>
              </a:rPr>
              <a:t>Sib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en-US" sz="9000" dirty="0">
                <a:cs typeface="Arial" panose="020B0604020202020204" pitchFamily="34" charset="0"/>
              </a:rPr>
              <a:t>Rio </a:t>
            </a:r>
            <a:r>
              <a:rPr lang="en-US" sz="9000" dirty="0" err="1">
                <a:cs typeface="Arial" panose="020B0604020202020204" pitchFamily="34" charset="0"/>
              </a:rPr>
              <a:t>Uruguai</a:t>
            </a:r>
            <a:r>
              <a:rPr lang="en-US" sz="9000" dirty="0">
                <a:cs typeface="Arial" panose="020B0604020202020204" pitchFamily="34" charset="0"/>
              </a:rPr>
              <a:t> </a:t>
            </a:r>
            <a:r>
              <a:rPr lang="en-US" sz="9000" dirty="0" err="1">
                <a:solidFill>
                  <a:srgbClr val="FF0000"/>
                </a:solidFill>
                <a:cs typeface="Arial" panose="020B0604020202020204" pitchFamily="34" charset="0"/>
              </a:rPr>
              <a:t>Fá</a:t>
            </a:r>
            <a:endParaRPr lang="en-US" sz="9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en-US" sz="6600" dirty="0">
                <a:cs typeface="Arial" panose="020B0604020202020204" pitchFamily="34" charset="0"/>
              </a:rPr>
              <a:t>Em </a:t>
            </a:r>
            <a:r>
              <a:rPr lang="en-US" sz="6600" dirty="0" err="1">
                <a:cs typeface="Arial" panose="020B0604020202020204" pitchFamily="34" charset="0"/>
              </a:rPr>
              <a:t>Rítmo</a:t>
            </a:r>
            <a:r>
              <a:rPr lang="en-US" sz="6600" dirty="0">
                <a:cs typeface="Arial" panose="020B0604020202020204" pitchFamily="34" charset="0"/>
              </a:rPr>
              <a:t> de Octoberfest</a:t>
            </a:r>
            <a:r>
              <a:rPr lang="en-US" sz="6600" dirty="0">
                <a:solidFill>
                  <a:srgbClr val="FF0000"/>
                </a:solidFill>
                <a:cs typeface="Arial" panose="020B0604020202020204" pitchFamily="34" charset="0"/>
              </a:rPr>
              <a:t> Sib</a:t>
            </a:r>
            <a:endParaRPr lang="pt-BR" sz="66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39009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D2EDE-4DD4-C212-6EEB-0E0D327A7B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41325BB-9EEA-C0A7-F20D-57C683A4FF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92796"/>
            <a:ext cx="12192000" cy="3672407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8000" dirty="0" err="1">
                <a:cs typeface="Arial" panose="020B0604020202020204" pitchFamily="34" charset="0"/>
              </a:rPr>
              <a:t>Barril</a:t>
            </a:r>
            <a:r>
              <a:rPr lang="en-US" sz="8000" dirty="0">
                <a:cs typeface="Arial" panose="020B0604020202020204" pitchFamily="34" charset="0"/>
              </a:rPr>
              <a:t> de Chopp </a:t>
            </a:r>
            <a:r>
              <a:rPr lang="en-US" sz="8000" dirty="0">
                <a:solidFill>
                  <a:srgbClr val="FF0000"/>
                </a:solidFill>
                <a:cs typeface="Arial" panose="020B0604020202020204" pitchFamily="34" charset="0"/>
              </a:rPr>
              <a:t>Sib-Mib</a:t>
            </a:r>
            <a:endParaRPr lang="pt-BR" sz="8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en-US" sz="8000" dirty="0" err="1">
                <a:cs typeface="Arial" panose="020B0604020202020204" pitchFamily="34" charset="0"/>
              </a:rPr>
              <a:t>Marcha</a:t>
            </a:r>
            <a:r>
              <a:rPr lang="en-US" sz="8000" dirty="0">
                <a:cs typeface="Arial" panose="020B0604020202020204" pitchFamily="34" charset="0"/>
              </a:rPr>
              <a:t> da </a:t>
            </a:r>
            <a:r>
              <a:rPr lang="en-US" sz="8000" dirty="0" err="1">
                <a:cs typeface="Arial" panose="020B0604020202020204" pitchFamily="34" charset="0"/>
              </a:rPr>
              <a:t>Guit</a:t>
            </a:r>
            <a:r>
              <a:rPr lang="en-US" sz="8000" dirty="0">
                <a:cs typeface="Arial" panose="020B0604020202020204" pitchFamily="34" charset="0"/>
              </a:rPr>
              <a:t>.  </a:t>
            </a:r>
            <a:r>
              <a:rPr lang="en-US" sz="8000" dirty="0">
                <a:solidFill>
                  <a:srgbClr val="FF0000"/>
                </a:solidFill>
                <a:cs typeface="Arial" panose="020B0604020202020204" pitchFamily="34" charset="0"/>
              </a:rPr>
              <a:t>Gm-Sib-Fa-Do</a:t>
            </a:r>
            <a:endParaRPr lang="pt-BR" sz="8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10917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0A981C-5E87-E775-F458-B3E38AFD3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9504F53-F030-B79A-1777-302EF04462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404" y="1592796"/>
            <a:ext cx="10729192" cy="3672407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9000" dirty="0">
                <a:cs typeface="Arial" panose="020B0604020202020204" pitchFamily="34" charset="0"/>
              </a:rPr>
              <a:t>2000 </a:t>
            </a:r>
            <a:r>
              <a:rPr lang="en-US" sz="9000" dirty="0">
                <a:solidFill>
                  <a:srgbClr val="FF0000"/>
                </a:solidFill>
                <a:cs typeface="Arial" panose="020B0604020202020204" pitchFamily="34" charset="0"/>
              </a:rPr>
              <a:t>Mib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en-US" sz="9000" dirty="0" err="1">
                <a:cs typeface="Arial" panose="020B0604020202020204" pitchFamily="34" charset="0"/>
              </a:rPr>
              <a:t>Sapataria</a:t>
            </a:r>
            <a:r>
              <a:rPr lang="en-US" sz="9000" dirty="0">
                <a:cs typeface="Arial" panose="020B0604020202020204" pitchFamily="34" charset="0"/>
              </a:rPr>
              <a:t> </a:t>
            </a:r>
            <a:r>
              <a:rPr lang="en-US" sz="9000" dirty="0">
                <a:solidFill>
                  <a:srgbClr val="FF0000"/>
                </a:solidFill>
                <a:cs typeface="Arial" panose="020B0604020202020204" pitchFamily="34" charset="0"/>
              </a:rPr>
              <a:t>Mib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44916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1A3C0-9808-666A-F2EB-877C7DB6F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2B78A29-4F54-53EC-F530-94912061A5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404" y="1592796"/>
            <a:ext cx="10729192" cy="3672407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9000" dirty="0">
                <a:cs typeface="Arial" panose="020B0604020202020204" pitchFamily="34" charset="0"/>
              </a:rPr>
              <a:t>Lindo Dia </a:t>
            </a:r>
            <a:r>
              <a:rPr lang="en-US" sz="9000" dirty="0">
                <a:solidFill>
                  <a:srgbClr val="FF0000"/>
                </a:solidFill>
                <a:cs typeface="Arial" panose="020B0604020202020204" pitchFamily="34" charset="0"/>
              </a:rPr>
              <a:t>Sib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en-US" sz="9000" dirty="0" err="1">
                <a:cs typeface="Arial" panose="020B0604020202020204" pitchFamily="34" charset="0"/>
              </a:rPr>
              <a:t>Recordação</a:t>
            </a:r>
            <a:r>
              <a:rPr lang="en-US" sz="9000" dirty="0">
                <a:cs typeface="Arial" panose="020B0604020202020204" pitchFamily="34" charset="0"/>
              </a:rPr>
              <a:t> </a:t>
            </a:r>
            <a:r>
              <a:rPr lang="en-US" sz="9000" dirty="0">
                <a:solidFill>
                  <a:srgbClr val="FF0000"/>
                </a:solidFill>
                <a:cs typeface="Arial" panose="020B0604020202020204" pitchFamily="34" charset="0"/>
              </a:rPr>
              <a:t>Mib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62951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1210DF-545A-1BB9-595C-5DEA08D78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5296E72-04B9-D83B-28D0-DE127A1495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64704"/>
            <a:ext cx="12192000" cy="3672407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9000" dirty="0" err="1">
                <a:cs typeface="Arial" panose="020B0604020202020204" pitchFamily="34" charset="0"/>
              </a:rPr>
              <a:t>Marcha</a:t>
            </a:r>
            <a:r>
              <a:rPr lang="en-US" sz="9000" dirty="0">
                <a:cs typeface="Arial" panose="020B0604020202020204" pitchFamily="34" charset="0"/>
              </a:rPr>
              <a:t> dos </a:t>
            </a:r>
            <a:r>
              <a:rPr lang="en-US" sz="9000" dirty="0" err="1">
                <a:cs typeface="Arial" panose="020B0604020202020204" pitchFamily="34" charset="0"/>
              </a:rPr>
              <a:t>Três</a:t>
            </a:r>
            <a:r>
              <a:rPr lang="en-US" sz="9000" dirty="0">
                <a:cs typeface="Arial" panose="020B0604020202020204" pitchFamily="34" charset="0"/>
              </a:rPr>
              <a:t> </a:t>
            </a:r>
            <a:r>
              <a:rPr lang="en-US" sz="9000" dirty="0">
                <a:solidFill>
                  <a:srgbClr val="FF0000"/>
                </a:solidFill>
                <a:cs typeface="Arial" panose="020B0604020202020204" pitchFamily="34" charset="0"/>
              </a:rPr>
              <a:t>Sib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en-US" sz="9000" dirty="0" err="1">
                <a:cs typeface="Arial" panose="020B0604020202020204" pitchFamily="34" charset="0"/>
              </a:rPr>
              <a:t>Dobrado</a:t>
            </a:r>
            <a:r>
              <a:rPr lang="en-US" sz="9000" dirty="0">
                <a:cs typeface="Arial" panose="020B0604020202020204" pitchFamily="34" charset="0"/>
              </a:rPr>
              <a:t> </a:t>
            </a:r>
            <a:r>
              <a:rPr lang="en-US" sz="9000" dirty="0" err="1">
                <a:cs typeface="Arial" panose="020B0604020202020204" pitchFamily="34" charset="0"/>
              </a:rPr>
              <a:t>Morango</a:t>
            </a:r>
            <a:r>
              <a:rPr lang="en-US" sz="9000" dirty="0">
                <a:cs typeface="Arial" panose="020B0604020202020204" pitchFamily="34" charset="0"/>
              </a:rPr>
              <a:t> </a:t>
            </a:r>
            <a:r>
              <a:rPr lang="en-US" sz="9000" dirty="0">
                <a:solidFill>
                  <a:srgbClr val="FF0000"/>
                </a:solidFill>
                <a:cs typeface="Arial" panose="020B0604020202020204" pitchFamily="34" charset="0"/>
              </a:rPr>
              <a:t>Mib</a:t>
            </a:r>
          </a:p>
          <a:p>
            <a:pPr algn="ctr">
              <a:buNone/>
            </a:pPr>
            <a:r>
              <a:rPr lang="en-US" sz="9000" dirty="0">
                <a:cs typeface="Arial" panose="020B0604020202020204" pitchFamily="34" charset="0"/>
              </a:rPr>
              <a:t>Ponto Chick </a:t>
            </a:r>
            <a:r>
              <a:rPr lang="en-US" sz="9000" dirty="0">
                <a:solidFill>
                  <a:srgbClr val="FF0000"/>
                </a:solidFill>
                <a:cs typeface="Arial" panose="020B0604020202020204" pitchFamily="34" charset="0"/>
              </a:rPr>
              <a:t>Sib-Mib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17291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DB5EF-7026-A33C-145A-10EF8364F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012A23C-3FCA-8F30-69C2-7D0C9273EC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49" y="818710"/>
            <a:ext cx="12192000" cy="5220579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6600" dirty="0">
                <a:cs typeface="Arial" panose="020B0604020202020204" pitchFamily="34" charset="0"/>
              </a:rPr>
              <a:t>O </a:t>
            </a:r>
            <a:r>
              <a:rPr lang="en-US" sz="6600" dirty="0" err="1">
                <a:cs typeface="Arial" panose="020B0604020202020204" pitchFamily="34" charset="0"/>
              </a:rPr>
              <a:t>Verão</a:t>
            </a:r>
            <a:r>
              <a:rPr lang="en-US" sz="6600" dirty="0">
                <a:cs typeface="Arial" panose="020B0604020202020204" pitchFamily="34" charset="0"/>
              </a:rPr>
              <a:t> Sempre Vai </a:t>
            </a:r>
            <a:r>
              <a:rPr lang="en-US" sz="6600" dirty="0" err="1">
                <a:cs typeface="Arial" panose="020B0604020202020204" pitchFamily="34" charset="0"/>
              </a:rPr>
              <a:t>Voltar</a:t>
            </a:r>
            <a:r>
              <a:rPr lang="en-US" sz="6600" dirty="0">
                <a:cs typeface="Arial" panose="020B0604020202020204" pitchFamily="34" charset="0"/>
              </a:rPr>
              <a:t> </a:t>
            </a:r>
          </a:p>
          <a:p>
            <a:pPr algn="ctr">
              <a:buNone/>
            </a:pPr>
            <a:r>
              <a:rPr lang="en-US" sz="6600" dirty="0">
                <a:solidFill>
                  <a:srgbClr val="FF0000"/>
                </a:solidFill>
                <a:cs typeface="Arial" panose="020B0604020202020204" pitchFamily="34" charset="0"/>
              </a:rPr>
              <a:t>Lab-Mib-La-Mi-Sib</a:t>
            </a:r>
          </a:p>
          <a:p>
            <a:pPr algn="ctr">
              <a:buNone/>
            </a:pPr>
            <a:r>
              <a:rPr lang="en-US" sz="6600" dirty="0" err="1">
                <a:cs typeface="Arial" panose="020B0604020202020204" pitchFamily="34" charset="0"/>
              </a:rPr>
              <a:t>Zillertaller</a:t>
            </a:r>
            <a:r>
              <a:rPr lang="en-US" sz="6600" dirty="0">
                <a:cs typeface="Arial" panose="020B0604020202020204" pitchFamily="34" charset="0"/>
              </a:rPr>
              <a:t> </a:t>
            </a:r>
          </a:p>
          <a:p>
            <a:pPr algn="ctr">
              <a:buNone/>
            </a:pPr>
            <a:r>
              <a:rPr lang="en-US" sz="6600" dirty="0">
                <a:solidFill>
                  <a:srgbClr val="FF0000"/>
                </a:solidFill>
                <a:cs typeface="Arial" panose="020B0604020202020204" pitchFamily="34" charset="0"/>
              </a:rPr>
              <a:t>Mib-Sib-Mib-</a:t>
            </a:r>
            <a:r>
              <a:rPr lang="en-US" sz="6600" dirty="0" err="1">
                <a:solidFill>
                  <a:srgbClr val="FF0000"/>
                </a:solidFill>
                <a:cs typeface="Arial" panose="020B0604020202020204" pitchFamily="34" charset="0"/>
              </a:rPr>
              <a:t>Fá</a:t>
            </a:r>
            <a:endParaRPr lang="pt-BR" sz="66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5965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08B8C-926A-B7E5-30A7-E793DC0AA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574F469-155F-AB07-46A9-278F991AE2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344" y="836712"/>
            <a:ext cx="11809312" cy="5328592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9000" dirty="0" err="1">
                <a:cs typeface="Arial" panose="020B0604020202020204" pitchFamily="34" charset="0"/>
              </a:rPr>
              <a:t>Bebidas</a:t>
            </a:r>
            <a:r>
              <a:rPr lang="en-US" sz="9000" dirty="0">
                <a:cs typeface="Arial" panose="020B0604020202020204" pitchFamily="34" charset="0"/>
              </a:rPr>
              <a:t> de Amor </a:t>
            </a:r>
            <a:r>
              <a:rPr lang="en-US" sz="9000" dirty="0">
                <a:solidFill>
                  <a:srgbClr val="FF0000"/>
                </a:solidFill>
                <a:cs typeface="Arial" panose="020B0604020202020204" pitchFamily="34" charset="0"/>
              </a:rPr>
              <a:t>Sib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en-US" sz="9000" dirty="0" err="1">
                <a:cs typeface="Arial" panose="020B0604020202020204" pitchFamily="34" charset="0"/>
              </a:rPr>
              <a:t>Serrana</a:t>
            </a:r>
            <a:r>
              <a:rPr lang="en-US" sz="9000" dirty="0">
                <a:cs typeface="Arial" panose="020B0604020202020204" pitchFamily="34" charset="0"/>
              </a:rPr>
              <a:t> </a:t>
            </a:r>
            <a:r>
              <a:rPr lang="en-US" sz="9000" dirty="0">
                <a:solidFill>
                  <a:srgbClr val="FF0000"/>
                </a:solidFill>
                <a:cs typeface="Arial" panose="020B0604020202020204" pitchFamily="34" charset="0"/>
              </a:rPr>
              <a:t>Sib</a:t>
            </a:r>
          </a:p>
          <a:p>
            <a:pPr algn="ctr">
              <a:buNone/>
            </a:pPr>
            <a:r>
              <a:rPr lang="en-US" sz="9000" dirty="0">
                <a:cs typeface="Arial" panose="020B0604020202020204" pitchFamily="34" charset="0"/>
              </a:rPr>
              <a:t>Vira </a:t>
            </a:r>
            <a:r>
              <a:rPr lang="en-US" sz="9000" dirty="0" err="1">
                <a:cs typeface="Arial" panose="020B0604020202020204" pitchFamily="34" charset="0"/>
              </a:rPr>
              <a:t>Copos</a:t>
            </a:r>
            <a:r>
              <a:rPr lang="en-US" sz="9000" dirty="0">
                <a:cs typeface="Arial" panose="020B0604020202020204" pitchFamily="34" charset="0"/>
              </a:rPr>
              <a:t> </a:t>
            </a:r>
            <a:r>
              <a:rPr lang="en-US" sz="9000" dirty="0">
                <a:solidFill>
                  <a:srgbClr val="FF0000"/>
                </a:solidFill>
                <a:cs typeface="Arial" panose="020B0604020202020204" pitchFamily="34" charset="0"/>
              </a:rPr>
              <a:t>Sol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46840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181933-4FF2-163B-FB84-F8FE8149B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8CFCA18-7B62-1A6D-4936-22DCA6ECD3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3352" y="476673"/>
            <a:ext cx="11593288" cy="6048671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9000" dirty="0" err="1">
                <a:cs typeface="Arial" panose="020B0604020202020204" pitchFamily="34" charset="0"/>
              </a:rPr>
              <a:t>Ouro</a:t>
            </a:r>
            <a:r>
              <a:rPr lang="en-US" sz="9000" dirty="0">
                <a:cs typeface="Arial" panose="020B0604020202020204" pitchFamily="34" charset="0"/>
              </a:rPr>
              <a:t> </a:t>
            </a:r>
            <a:r>
              <a:rPr lang="en-US" sz="9000" dirty="0" err="1">
                <a:cs typeface="Arial" panose="020B0604020202020204" pitchFamily="34" charset="0"/>
              </a:rPr>
              <a:t>na</a:t>
            </a:r>
            <a:r>
              <a:rPr lang="en-US" sz="9000" dirty="0">
                <a:cs typeface="Arial" panose="020B0604020202020204" pitchFamily="34" charset="0"/>
              </a:rPr>
              <a:t> Estrada </a:t>
            </a:r>
            <a:r>
              <a:rPr lang="en-US" sz="9000" dirty="0">
                <a:solidFill>
                  <a:srgbClr val="FF0000"/>
                </a:solidFill>
                <a:cs typeface="Arial" panose="020B0604020202020204" pitchFamily="34" charset="0"/>
              </a:rPr>
              <a:t>Mib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en-US" sz="9000" dirty="0">
                <a:cs typeface="Arial" panose="020B0604020202020204" pitchFamily="34" charset="0"/>
              </a:rPr>
              <a:t>Com Bitter  </a:t>
            </a:r>
            <a:r>
              <a:rPr lang="en-US" sz="9000" dirty="0" err="1">
                <a:solidFill>
                  <a:srgbClr val="FF0000"/>
                </a:solidFill>
                <a:cs typeface="Arial" panose="020B0604020202020204" pitchFamily="34" charset="0"/>
              </a:rPr>
              <a:t>Fá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pt-BR" sz="9000" dirty="0">
                <a:cs typeface="Arial" panose="020B0604020202020204" pitchFamily="34" charset="0"/>
              </a:rPr>
              <a:t>Marie </a:t>
            </a:r>
            <a:r>
              <a:rPr lang="pt-BR" sz="9000" dirty="0">
                <a:solidFill>
                  <a:srgbClr val="FF0000"/>
                </a:solidFill>
                <a:cs typeface="Arial" panose="020B0604020202020204" pitchFamily="34" charset="0"/>
              </a:rPr>
              <a:t>Sol</a:t>
            </a:r>
          </a:p>
        </p:txBody>
      </p:sp>
    </p:spTree>
    <p:extLst>
      <p:ext uri="{BB962C8B-B14F-4D97-AF65-F5344CB8AC3E}">
        <p14:creationId xmlns:p14="http://schemas.microsoft.com/office/powerpoint/2010/main" val="40000921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3155D5-0495-EC2B-5BF4-BB6B71607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0A7FE8-1085-1F14-BDC9-D1C30CC08F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344" y="476673"/>
            <a:ext cx="11665296" cy="6048671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9000" dirty="0">
                <a:cs typeface="Arial" panose="020B0604020202020204" pitchFamily="34" charset="0"/>
              </a:rPr>
              <a:t>Polka do Fritz </a:t>
            </a:r>
            <a:r>
              <a:rPr lang="en-US" sz="9000" dirty="0">
                <a:solidFill>
                  <a:srgbClr val="FF0000"/>
                </a:solidFill>
                <a:cs typeface="Arial" panose="020B0604020202020204" pitchFamily="34" charset="0"/>
              </a:rPr>
              <a:t>Fa-Bib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en-US" sz="9000" dirty="0" err="1">
                <a:cs typeface="Arial" panose="020B0604020202020204" pitchFamily="34" charset="0"/>
              </a:rPr>
              <a:t>Gastando</a:t>
            </a:r>
            <a:r>
              <a:rPr lang="en-US" sz="9000" dirty="0">
                <a:cs typeface="Arial" panose="020B0604020202020204" pitchFamily="34" charset="0"/>
              </a:rPr>
              <a:t> a Sola </a:t>
            </a:r>
            <a:r>
              <a:rPr lang="en-US" sz="9000" dirty="0" err="1">
                <a:solidFill>
                  <a:srgbClr val="FF0000"/>
                </a:solidFill>
                <a:cs typeface="Arial" panose="020B0604020202020204" pitchFamily="34" charset="0"/>
              </a:rPr>
              <a:t>Fá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pt-BR" sz="9000" dirty="0" err="1">
                <a:cs typeface="Arial" panose="020B0604020202020204" pitchFamily="34" charset="0"/>
              </a:rPr>
              <a:t>Revesburgen</a:t>
            </a:r>
            <a:r>
              <a:rPr lang="pt-BR" sz="9000" dirty="0">
                <a:cs typeface="Arial" panose="020B0604020202020204" pitchFamily="34" charset="0"/>
              </a:rPr>
              <a:t> </a:t>
            </a:r>
            <a:r>
              <a:rPr lang="pt-BR" sz="9000" dirty="0">
                <a:solidFill>
                  <a:srgbClr val="FF0000"/>
                </a:solidFill>
                <a:cs typeface="Arial" panose="020B0604020202020204" pitchFamily="34" charset="0"/>
              </a:rPr>
              <a:t>Dó</a:t>
            </a:r>
          </a:p>
        </p:txBody>
      </p:sp>
    </p:spTree>
    <p:extLst>
      <p:ext uri="{BB962C8B-B14F-4D97-AF65-F5344CB8AC3E}">
        <p14:creationId xmlns:p14="http://schemas.microsoft.com/office/powerpoint/2010/main" val="6185859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CDCC8-A6AC-C188-10E1-1971C17CB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A1E74E7-E448-A488-6944-B50F6CFFFB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360" y="476673"/>
            <a:ext cx="11521280" cy="6048671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9000" dirty="0" err="1">
                <a:cs typeface="Arial" panose="020B0604020202020204" pitchFamily="34" charset="0"/>
              </a:rPr>
              <a:t>Dobrado</a:t>
            </a:r>
            <a:r>
              <a:rPr lang="en-US" sz="9000" dirty="0">
                <a:cs typeface="Arial" panose="020B0604020202020204" pitchFamily="34" charset="0"/>
              </a:rPr>
              <a:t> 2000 </a:t>
            </a:r>
            <a:r>
              <a:rPr lang="en-US" sz="9000" dirty="0">
                <a:solidFill>
                  <a:srgbClr val="FF0000"/>
                </a:solidFill>
                <a:cs typeface="Arial" panose="020B0604020202020204" pitchFamily="34" charset="0"/>
              </a:rPr>
              <a:t>Mib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en-US" sz="9000" dirty="0" err="1">
                <a:cs typeface="Arial" panose="020B0604020202020204" pitchFamily="34" charset="0"/>
              </a:rPr>
              <a:t>Sapataria</a:t>
            </a:r>
            <a:r>
              <a:rPr lang="en-US" sz="9000" dirty="0">
                <a:cs typeface="Arial" panose="020B0604020202020204" pitchFamily="34" charset="0"/>
              </a:rPr>
              <a:t>  </a:t>
            </a:r>
            <a:r>
              <a:rPr lang="en-US" sz="9000" dirty="0">
                <a:solidFill>
                  <a:srgbClr val="FF0000"/>
                </a:solidFill>
                <a:cs typeface="Arial" panose="020B0604020202020204" pitchFamily="34" charset="0"/>
              </a:rPr>
              <a:t>Mib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pt-BR" sz="9000" dirty="0">
                <a:cs typeface="Arial" panose="020B0604020202020204" pitchFamily="34" charset="0"/>
              </a:rPr>
              <a:t>Vacariano </a:t>
            </a:r>
            <a:r>
              <a:rPr lang="pt-BR" sz="9000" dirty="0" err="1">
                <a:solidFill>
                  <a:srgbClr val="FF0000"/>
                </a:solidFill>
                <a:cs typeface="Arial" panose="020B0604020202020204" pitchFamily="34" charset="0"/>
              </a:rPr>
              <a:t>Bib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07792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0E187-71C1-B556-F73D-6AA993873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BD1BA42-2961-3BFE-6D00-FA044FC182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92796"/>
            <a:ext cx="12192000" cy="3672407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9000" dirty="0" err="1">
                <a:cs typeface="Arial" panose="020B0604020202020204" pitchFamily="34" charset="0"/>
              </a:rPr>
              <a:t>Dobrado</a:t>
            </a:r>
            <a:r>
              <a:rPr lang="en-US" sz="9000" dirty="0">
                <a:cs typeface="Arial" panose="020B0604020202020204" pitchFamily="34" charset="0"/>
              </a:rPr>
              <a:t> </a:t>
            </a:r>
            <a:r>
              <a:rPr lang="en-US" sz="9000" dirty="0" err="1">
                <a:cs typeface="Arial" panose="020B0604020202020204" pitchFamily="34" charset="0"/>
              </a:rPr>
              <a:t>Maratá</a:t>
            </a:r>
            <a:r>
              <a:rPr lang="en-US" sz="9000" dirty="0">
                <a:cs typeface="Arial" panose="020B0604020202020204" pitchFamily="34" charset="0"/>
              </a:rPr>
              <a:t>  </a:t>
            </a:r>
            <a:r>
              <a:rPr lang="en-US" sz="9000" dirty="0">
                <a:solidFill>
                  <a:srgbClr val="FF0000"/>
                </a:solidFill>
                <a:cs typeface="Arial" panose="020B0604020202020204" pitchFamily="34" charset="0"/>
              </a:rPr>
              <a:t>Sib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en-US" sz="9000" dirty="0" err="1">
                <a:cs typeface="Arial" panose="020B0604020202020204" pitchFamily="34" charset="0"/>
              </a:rPr>
              <a:t>Dobrado</a:t>
            </a:r>
            <a:r>
              <a:rPr lang="en-US" sz="9000" dirty="0">
                <a:cs typeface="Arial" panose="020B0604020202020204" pitchFamily="34" charset="0"/>
              </a:rPr>
              <a:t> Bota Fogo </a:t>
            </a:r>
            <a:r>
              <a:rPr lang="en-US" sz="9000" dirty="0">
                <a:solidFill>
                  <a:srgbClr val="FF0000"/>
                </a:solidFill>
                <a:cs typeface="Arial" panose="020B0604020202020204" pitchFamily="34" charset="0"/>
              </a:rPr>
              <a:t>Sib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33281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2AA85-F35E-93F6-401E-B2757783A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C93040C-E9D5-9F15-B079-93AD0AA0C7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328" y="1592796"/>
            <a:ext cx="12144672" cy="3672407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8800" dirty="0" err="1">
                <a:cs typeface="Arial" panose="020B0604020202020204" pitchFamily="34" charset="0"/>
              </a:rPr>
              <a:t>Zillertaller</a:t>
            </a:r>
            <a:r>
              <a:rPr lang="en-US" sz="8800" dirty="0">
                <a:cs typeface="Arial" panose="020B0604020202020204" pitchFamily="34" charset="0"/>
              </a:rPr>
              <a:t> </a:t>
            </a:r>
          </a:p>
          <a:p>
            <a:pPr algn="ctr"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Mib Sib Mib </a:t>
            </a:r>
            <a:r>
              <a:rPr lang="en-US" sz="8800" dirty="0" err="1">
                <a:solidFill>
                  <a:srgbClr val="FF0000"/>
                </a:solidFill>
                <a:cs typeface="Arial" panose="020B0604020202020204" pitchFamily="34" charset="0"/>
              </a:rPr>
              <a:t>Fá</a:t>
            </a:r>
            <a:endParaRPr lang="pt-BR" sz="88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9319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90A705-1755-8019-DD20-4FCADC5A0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A018645-EF21-2712-DD55-F55FA4AC3D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68760"/>
            <a:ext cx="12072664" cy="3744415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9000" dirty="0" err="1">
                <a:cs typeface="Arial" panose="020B0604020202020204" pitchFamily="34" charset="0"/>
              </a:rPr>
              <a:t>Carijó</a:t>
            </a:r>
            <a:r>
              <a:rPr lang="en-US" sz="9000" dirty="0">
                <a:cs typeface="Arial" panose="020B0604020202020204" pitchFamily="34" charset="0"/>
              </a:rPr>
              <a:t> </a:t>
            </a:r>
            <a:r>
              <a:rPr lang="en-US" sz="9000" dirty="0" err="1">
                <a:solidFill>
                  <a:srgbClr val="FF0000"/>
                </a:solidFill>
                <a:cs typeface="Arial" panose="020B0604020202020204" pitchFamily="34" charset="0"/>
              </a:rPr>
              <a:t>Fá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en-US" sz="8000" dirty="0">
                <a:cs typeface="Arial" panose="020B0604020202020204" pitchFamily="34" charset="0"/>
              </a:rPr>
              <a:t>Polka do </a:t>
            </a:r>
            <a:r>
              <a:rPr lang="en-US" sz="8000" dirty="0" err="1">
                <a:cs typeface="Arial" panose="020B0604020202020204" pitchFamily="34" charset="0"/>
              </a:rPr>
              <a:t>Vovô</a:t>
            </a:r>
            <a:r>
              <a:rPr lang="en-US" sz="8000" dirty="0">
                <a:cs typeface="Arial" panose="020B0604020202020204" pitchFamily="34" charset="0"/>
              </a:rPr>
              <a:t> </a:t>
            </a:r>
            <a:r>
              <a:rPr lang="en-US" sz="8000" dirty="0" err="1">
                <a:cs typeface="Arial" panose="020B0604020202020204" pitchFamily="34" charset="0"/>
              </a:rPr>
              <a:t>Vilson</a:t>
            </a:r>
            <a:r>
              <a:rPr lang="en-US" sz="8000" dirty="0">
                <a:cs typeface="Arial" panose="020B0604020202020204" pitchFamily="34" charset="0"/>
              </a:rPr>
              <a:t> </a:t>
            </a:r>
            <a:r>
              <a:rPr lang="en-US" sz="8000" dirty="0" err="1">
                <a:solidFill>
                  <a:srgbClr val="FF0000"/>
                </a:solidFill>
                <a:cs typeface="Arial" panose="020B0604020202020204" pitchFamily="34" charset="0"/>
              </a:rPr>
              <a:t>Fá</a:t>
            </a:r>
            <a:endParaRPr lang="pt-BR" sz="8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51012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B0ED10-1D52-D845-D934-1E5D384D8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23CA89C-349D-BC28-BA35-B4A8E14B79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360" y="476673"/>
            <a:ext cx="11521280" cy="6048671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9000" dirty="0" err="1">
                <a:cs typeface="Arial" panose="020B0604020202020204" pitchFamily="34" charset="0"/>
              </a:rPr>
              <a:t>Pegando</a:t>
            </a:r>
            <a:r>
              <a:rPr lang="en-US" sz="9000" dirty="0">
                <a:cs typeface="Arial" panose="020B0604020202020204" pitchFamily="34" charset="0"/>
              </a:rPr>
              <a:t> o </a:t>
            </a:r>
            <a:r>
              <a:rPr lang="en-US" sz="9000" dirty="0" err="1">
                <a:cs typeface="Arial" panose="020B0604020202020204" pitchFamily="34" charset="0"/>
              </a:rPr>
              <a:t>Ônibus</a:t>
            </a:r>
            <a:r>
              <a:rPr lang="en-US" sz="9000" dirty="0">
                <a:cs typeface="Arial" panose="020B0604020202020204" pitchFamily="34" charset="0"/>
              </a:rPr>
              <a:t> </a:t>
            </a:r>
            <a:r>
              <a:rPr lang="en-US" sz="9000" dirty="0">
                <a:solidFill>
                  <a:srgbClr val="FF0000"/>
                </a:solidFill>
                <a:cs typeface="Arial" panose="020B0604020202020204" pitchFamily="34" charset="0"/>
              </a:rPr>
              <a:t>G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en-US" sz="9000" dirty="0">
                <a:cs typeface="Arial" panose="020B0604020202020204" pitchFamily="34" charset="0"/>
              </a:rPr>
              <a:t>Barco do Amor  </a:t>
            </a:r>
            <a:r>
              <a:rPr lang="en-US" sz="9000" dirty="0">
                <a:solidFill>
                  <a:srgbClr val="FF0000"/>
                </a:solidFill>
                <a:cs typeface="Arial" panose="020B0604020202020204" pitchFamily="34" charset="0"/>
              </a:rPr>
              <a:t>F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pt-BR" sz="9000" dirty="0">
                <a:cs typeface="Arial" panose="020B0604020202020204" pitchFamily="34" charset="0"/>
              </a:rPr>
              <a:t>Vou pra SC </a:t>
            </a:r>
            <a:r>
              <a:rPr lang="pt-BR" sz="9000" dirty="0">
                <a:solidFill>
                  <a:srgbClr val="FF0000"/>
                </a:solidFill>
                <a:cs typeface="Arial" panose="020B0604020202020204" pitchFamily="34" charset="0"/>
              </a:rPr>
              <a:t>G</a:t>
            </a:r>
          </a:p>
        </p:txBody>
      </p:sp>
    </p:spTree>
    <p:extLst>
      <p:ext uri="{BB962C8B-B14F-4D97-AF65-F5344CB8AC3E}">
        <p14:creationId xmlns:p14="http://schemas.microsoft.com/office/powerpoint/2010/main" val="20657928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75E661-C820-43D3-F388-31A8B3C0A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9264A6E-5287-4FA7-25F7-9DA298DDCF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344" y="1592796"/>
            <a:ext cx="11809312" cy="3672407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9000" dirty="0">
                <a:cs typeface="Arial" panose="020B0604020202020204" pitchFamily="34" charset="0"/>
              </a:rPr>
              <a:t>Rio Azul </a:t>
            </a:r>
            <a:r>
              <a:rPr lang="en-US" sz="9000" dirty="0" err="1">
                <a:solidFill>
                  <a:srgbClr val="FF0000"/>
                </a:solidFill>
                <a:cs typeface="Arial" panose="020B0604020202020204" pitchFamily="34" charset="0"/>
              </a:rPr>
              <a:t>Ré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en-US" sz="9000" dirty="0">
                <a:cs typeface="Arial" panose="020B0604020202020204" pitchFamily="34" charset="0"/>
              </a:rPr>
              <a:t>Amada Minha </a:t>
            </a:r>
            <a:r>
              <a:rPr lang="en-US" sz="9000" dirty="0">
                <a:solidFill>
                  <a:srgbClr val="FF0000"/>
                </a:solidFill>
                <a:cs typeface="Arial" panose="020B0604020202020204" pitchFamily="34" charset="0"/>
              </a:rPr>
              <a:t>Fa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63221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97D451-AB43-6917-B705-5AA40186D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4B2B36E-424A-1A3E-D595-359D402DBB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344" y="1592796"/>
            <a:ext cx="11809312" cy="3672407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8000" dirty="0" err="1">
                <a:cs typeface="Arial" panose="020B0604020202020204" pitchFamily="34" charset="0"/>
              </a:rPr>
              <a:t>Dois</a:t>
            </a:r>
            <a:r>
              <a:rPr lang="en-US" sz="8000" dirty="0">
                <a:cs typeface="Arial" panose="020B0604020202020204" pitchFamily="34" charset="0"/>
              </a:rPr>
              <a:t> </a:t>
            </a:r>
            <a:r>
              <a:rPr lang="en-US" sz="8000" dirty="0" err="1">
                <a:cs typeface="Arial" panose="020B0604020202020204" pitchFamily="34" charset="0"/>
              </a:rPr>
              <a:t>Passarinhos</a:t>
            </a:r>
            <a:r>
              <a:rPr lang="en-US" sz="8000" dirty="0">
                <a:cs typeface="Arial" panose="020B0604020202020204" pitchFamily="34" charset="0"/>
              </a:rPr>
              <a:t> </a:t>
            </a:r>
            <a:r>
              <a:rPr lang="en-US" sz="8000" dirty="0">
                <a:solidFill>
                  <a:srgbClr val="FF0000"/>
                </a:solidFill>
                <a:cs typeface="Arial" panose="020B0604020202020204" pitchFamily="34" charset="0"/>
              </a:rPr>
              <a:t>F</a:t>
            </a:r>
            <a:endParaRPr lang="pt-BR" sz="8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en-US" sz="8000" dirty="0" err="1">
                <a:cs typeface="Arial" panose="020B0604020202020204" pitchFamily="34" charset="0"/>
              </a:rPr>
              <a:t>Noite</a:t>
            </a:r>
            <a:r>
              <a:rPr lang="en-US" sz="8000" dirty="0">
                <a:cs typeface="Arial" panose="020B0604020202020204" pitchFamily="34" charset="0"/>
              </a:rPr>
              <a:t> do </a:t>
            </a:r>
            <a:r>
              <a:rPr lang="en-US" sz="8000" dirty="0" err="1">
                <a:cs typeface="Arial" panose="020B0604020202020204" pitchFamily="34" charset="0"/>
              </a:rPr>
              <a:t>Nosso</a:t>
            </a:r>
            <a:r>
              <a:rPr lang="en-US" sz="8000" dirty="0">
                <a:cs typeface="Arial" panose="020B0604020202020204" pitchFamily="34" charset="0"/>
              </a:rPr>
              <a:t> Amor </a:t>
            </a:r>
            <a:r>
              <a:rPr lang="en-US" sz="8000" dirty="0">
                <a:solidFill>
                  <a:srgbClr val="FF0000"/>
                </a:solidFill>
                <a:cs typeface="Arial" panose="020B0604020202020204" pitchFamily="34" charset="0"/>
              </a:rPr>
              <a:t>D</a:t>
            </a:r>
            <a:endParaRPr lang="pt-BR" sz="8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25411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71AFE7-CE66-E839-A7F2-CC7347150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D969736-F3A0-4126-3DE4-EECD7FBD06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344" y="1592796"/>
            <a:ext cx="11809312" cy="3672407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8000" dirty="0" err="1">
                <a:cs typeface="Arial" panose="020B0604020202020204" pitchFamily="34" charset="0"/>
              </a:rPr>
              <a:t>Bugio</a:t>
            </a:r>
            <a:r>
              <a:rPr lang="en-US" sz="8000" dirty="0">
                <a:cs typeface="Arial" panose="020B0604020202020204" pitchFamily="34" charset="0"/>
              </a:rPr>
              <a:t> do Bailes </a:t>
            </a:r>
            <a:r>
              <a:rPr lang="en-US" sz="8000" dirty="0">
                <a:solidFill>
                  <a:srgbClr val="FF0000"/>
                </a:solidFill>
                <a:cs typeface="Arial" panose="020B0604020202020204" pitchFamily="34" charset="0"/>
              </a:rPr>
              <a:t>Mi</a:t>
            </a:r>
            <a:endParaRPr lang="pt-BR" sz="8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en-US" sz="8000" dirty="0" err="1">
                <a:cs typeface="Arial" panose="020B0604020202020204" pitchFamily="34" charset="0"/>
              </a:rPr>
              <a:t>Bugio</a:t>
            </a:r>
            <a:r>
              <a:rPr lang="en-US" sz="8000" dirty="0">
                <a:cs typeface="Arial" panose="020B0604020202020204" pitchFamily="34" charset="0"/>
              </a:rPr>
              <a:t> Novo </a:t>
            </a:r>
            <a:r>
              <a:rPr lang="en-US" sz="8000" dirty="0">
                <a:solidFill>
                  <a:srgbClr val="FF0000"/>
                </a:solidFill>
                <a:cs typeface="Arial" panose="020B0604020202020204" pitchFamily="34" charset="0"/>
              </a:rPr>
              <a:t>Sol</a:t>
            </a:r>
            <a:endParaRPr lang="pt-BR" sz="8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88218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70EC19-705E-877A-50C2-47D90E39B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A035095-056C-C09A-82E0-89DC00C427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344" y="2492896"/>
            <a:ext cx="11809312" cy="1476164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8000" dirty="0" err="1">
                <a:cs typeface="Arial" panose="020B0604020202020204" pitchFamily="34" charset="0"/>
              </a:rPr>
              <a:t>Chimango</a:t>
            </a:r>
            <a:endParaRPr lang="pt-BR" sz="8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25628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5ECA1-6ECC-20AD-DD55-291C28CCD6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3C0C841-8EC8-DE15-C2F6-CD0A863D6B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344" y="2492896"/>
            <a:ext cx="11809312" cy="1476164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8000" dirty="0">
                <a:cs typeface="Arial" panose="020B0604020202020204" pitchFamily="34" charset="0"/>
              </a:rPr>
              <a:t>Herr Schmitt</a:t>
            </a:r>
            <a:endParaRPr lang="pt-BR" sz="8000" dirty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4903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F6BFEF-CB22-4638-2C72-2E2E75F247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91F9346-8CED-A453-696F-E7F446EBB5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344" y="2492896"/>
            <a:ext cx="11809312" cy="1476164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8000" dirty="0">
                <a:cs typeface="Arial" panose="020B0604020202020204" pitchFamily="34" charset="0"/>
              </a:rPr>
              <a:t>O </a:t>
            </a:r>
            <a:r>
              <a:rPr lang="en-US" sz="8000" dirty="0" err="1">
                <a:cs typeface="Arial" panose="020B0604020202020204" pitchFamily="34" charset="0"/>
              </a:rPr>
              <a:t>Alemão</a:t>
            </a:r>
            <a:r>
              <a:rPr lang="en-US" sz="8000" dirty="0">
                <a:cs typeface="Arial" panose="020B0604020202020204" pitchFamily="34" charset="0"/>
              </a:rPr>
              <a:t> do Zap </a:t>
            </a:r>
            <a:r>
              <a:rPr lang="en-US" sz="8000" dirty="0" err="1">
                <a:cs typeface="Arial" panose="020B0604020202020204" pitchFamily="34" charset="0"/>
              </a:rPr>
              <a:t>Zap</a:t>
            </a:r>
            <a:endParaRPr lang="pt-BR" sz="8000" dirty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71773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32CC41-1EBE-2253-4B14-9EFF0D157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3E32E59-D488-6CFE-2551-BA5EBEA857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92696"/>
            <a:ext cx="12192000" cy="5832647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9000" dirty="0" err="1">
                <a:cs typeface="Arial" panose="020B0604020202020204" pitchFamily="34" charset="0"/>
              </a:rPr>
              <a:t>Novela</a:t>
            </a:r>
            <a:r>
              <a:rPr lang="en-US" sz="9000" dirty="0">
                <a:cs typeface="Arial" panose="020B0604020202020204" pitchFamily="34" charset="0"/>
              </a:rPr>
              <a:t> da 8 </a:t>
            </a:r>
            <a:r>
              <a:rPr lang="en-US" sz="9000" dirty="0">
                <a:solidFill>
                  <a:srgbClr val="FF0000"/>
                </a:solidFill>
                <a:cs typeface="Arial" panose="020B0604020202020204" pitchFamily="34" charset="0"/>
              </a:rPr>
              <a:t>Mi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en-US" sz="8000" dirty="0" err="1">
                <a:cs typeface="Arial" panose="020B0604020202020204" pitchFamily="34" charset="0"/>
              </a:rPr>
              <a:t>Gosto</a:t>
            </a:r>
            <a:r>
              <a:rPr lang="en-US" sz="8000" dirty="0">
                <a:cs typeface="Arial" panose="020B0604020202020204" pitchFamily="34" charset="0"/>
              </a:rPr>
              <a:t> q me </a:t>
            </a:r>
            <a:r>
              <a:rPr lang="en-US" sz="8000" dirty="0" err="1">
                <a:cs typeface="Arial" panose="020B0604020202020204" pitchFamily="34" charset="0"/>
              </a:rPr>
              <a:t>enrosco</a:t>
            </a:r>
            <a:r>
              <a:rPr lang="en-US" sz="8000" dirty="0">
                <a:cs typeface="Arial" panose="020B0604020202020204" pitchFamily="34" charset="0"/>
              </a:rPr>
              <a:t>  </a:t>
            </a:r>
            <a:r>
              <a:rPr lang="en-US" sz="8000" dirty="0">
                <a:solidFill>
                  <a:srgbClr val="FF0000"/>
                </a:solidFill>
                <a:cs typeface="Arial" panose="020B0604020202020204" pitchFamily="34" charset="0"/>
              </a:rPr>
              <a:t>Mib</a:t>
            </a:r>
            <a:endParaRPr lang="pt-BR" sz="8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pt-BR" sz="9000" dirty="0">
                <a:cs typeface="Arial" panose="020B0604020202020204" pitchFamily="34" charset="0"/>
              </a:rPr>
              <a:t>Baile Bom </a:t>
            </a:r>
            <a:r>
              <a:rPr lang="pt-BR" sz="9000" dirty="0" err="1">
                <a:solidFill>
                  <a:srgbClr val="FF0000"/>
                </a:solidFill>
                <a:cs typeface="Arial" panose="020B0604020202020204" pitchFamily="34" charset="0"/>
              </a:rPr>
              <a:t>Fa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422924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1E49A1-A2DF-9486-FDF2-88751CBD5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4E17DC3-5C63-01BD-9061-311C6311E0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76673"/>
            <a:ext cx="12192000" cy="6048671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9000" dirty="0">
                <a:cs typeface="Arial" panose="020B0604020202020204" pitchFamily="34" charset="0"/>
              </a:rPr>
              <a:t>Uma </a:t>
            </a:r>
            <a:r>
              <a:rPr lang="en-US" sz="9000" dirty="0" err="1">
                <a:cs typeface="Arial" panose="020B0604020202020204" pitchFamily="34" charset="0"/>
              </a:rPr>
              <a:t>só</a:t>
            </a:r>
            <a:r>
              <a:rPr lang="en-US" sz="9000" dirty="0">
                <a:cs typeface="Arial" panose="020B0604020202020204" pitchFamily="34" charset="0"/>
              </a:rPr>
              <a:t> </a:t>
            </a:r>
            <a:r>
              <a:rPr lang="en-US" sz="9000" dirty="0" err="1">
                <a:cs typeface="Arial" panose="020B0604020202020204" pitchFamily="34" charset="0"/>
              </a:rPr>
              <a:t>Lajota</a:t>
            </a:r>
            <a:r>
              <a:rPr lang="en-US" sz="9000" dirty="0">
                <a:cs typeface="Arial" panose="020B0604020202020204" pitchFamily="34" charset="0"/>
              </a:rPr>
              <a:t> </a:t>
            </a:r>
            <a:r>
              <a:rPr lang="en-US" sz="9000" dirty="0">
                <a:solidFill>
                  <a:srgbClr val="FF0000"/>
                </a:solidFill>
                <a:cs typeface="Arial" panose="020B0604020202020204" pitchFamily="34" charset="0"/>
              </a:rPr>
              <a:t>Fa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en-US" sz="9000" dirty="0">
                <a:cs typeface="Arial" panose="020B0604020202020204" pitchFamily="34" charset="0"/>
              </a:rPr>
              <a:t>Último </a:t>
            </a:r>
            <a:r>
              <a:rPr lang="en-US" sz="9000" dirty="0" err="1">
                <a:cs typeface="Arial" panose="020B0604020202020204" pitchFamily="34" charset="0"/>
              </a:rPr>
              <a:t>Baile</a:t>
            </a:r>
            <a:r>
              <a:rPr lang="en-US" sz="9000" dirty="0">
                <a:cs typeface="Arial" panose="020B0604020202020204" pitchFamily="34" charset="0"/>
              </a:rPr>
              <a:t>  </a:t>
            </a:r>
            <a:r>
              <a:rPr lang="en-US" sz="9000" dirty="0">
                <a:solidFill>
                  <a:srgbClr val="FF0000"/>
                </a:solidFill>
                <a:cs typeface="Arial" panose="020B0604020202020204" pitchFamily="34" charset="0"/>
              </a:rPr>
              <a:t>Mi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pt-BR" sz="9000" dirty="0">
                <a:cs typeface="Arial" panose="020B0604020202020204" pitchFamily="34" charset="0"/>
              </a:rPr>
              <a:t>Cunhado </a:t>
            </a:r>
            <a:r>
              <a:rPr lang="pt-BR" sz="9000" dirty="0" err="1">
                <a:solidFill>
                  <a:srgbClr val="FF0000"/>
                </a:solidFill>
                <a:cs typeface="Arial" panose="020B0604020202020204" pitchFamily="34" charset="0"/>
              </a:rPr>
              <a:t>Fa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89247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0BE451-8A44-2F9C-BA6B-FDE0FAEFF8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93B3246-BA93-474C-825C-1CF243AE6E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76673"/>
            <a:ext cx="12192000" cy="6048671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9000" dirty="0" err="1">
                <a:cs typeface="Arial" panose="020B0604020202020204" pitchFamily="34" charset="0"/>
              </a:rPr>
              <a:t>Heyo</a:t>
            </a:r>
            <a:r>
              <a:rPr lang="en-US" sz="9000" dirty="0">
                <a:cs typeface="Arial" panose="020B0604020202020204" pitchFamily="34" charset="0"/>
              </a:rPr>
              <a:t> </a:t>
            </a:r>
            <a:r>
              <a:rPr lang="en-US" sz="9000" dirty="0" err="1">
                <a:cs typeface="Arial" panose="020B0604020202020204" pitchFamily="34" charset="0"/>
              </a:rPr>
              <a:t>Heyo</a:t>
            </a:r>
            <a:r>
              <a:rPr lang="en-US" sz="9000" dirty="0">
                <a:cs typeface="Arial" panose="020B0604020202020204" pitchFamily="34" charset="0"/>
              </a:rPr>
              <a:t> </a:t>
            </a:r>
            <a:r>
              <a:rPr lang="en-US" sz="9000" dirty="0">
                <a:solidFill>
                  <a:srgbClr val="FF0000"/>
                </a:solidFill>
                <a:cs typeface="Arial" panose="020B0604020202020204" pitchFamily="34" charset="0"/>
              </a:rPr>
              <a:t>Mib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en-US" sz="9000" dirty="0" err="1">
                <a:cs typeface="Arial" panose="020B0604020202020204" pitchFamily="34" charset="0"/>
              </a:rPr>
              <a:t>Kerb</a:t>
            </a:r>
            <a:r>
              <a:rPr lang="en-US" sz="9000" dirty="0">
                <a:cs typeface="Arial" panose="020B0604020202020204" pitchFamily="34" charset="0"/>
              </a:rPr>
              <a:t> Fest </a:t>
            </a:r>
            <a:r>
              <a:rPr lang="en-US" sz="9000" dirty="0" err="1">
                <a:solidFill>
                  <a:srgbClr val="FF0000"/>
                </a:solidFill>
                <a:cs typeface="Arial" panose="020B0604020202020204" pitchFamily="34" charset="0"/>
              </a:rPr>
              <a:t>Dó</a:t>
            </a:r>
            <a:r>
              <a:rPr lang="en-US" sz="9000" dirty="0">
                <a:solidFill>
                  <a:srgbClr val="FF0000"/>
                </a:solidFill>
                <a:cs typeface="Arial" panose="020B0604020202020204" pitchFamily="34" charset="0"/>
              </a:rPr>
              <a:t>-Sol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pt-BR" sz="9000" dirty="0">
                <a:cs typeface="Arial" panose="020B0604020202020204" pitchFamily="34" charset="0"/>
              </a:rPr>
              <a:t>Melô do Rolo </a:t>
            </a:r>
            <a:r>
              <a:rPr lang="pt-BR" sz="9000" dirty="0">
                <a:solidFill>
                  <a:srgbClr val="FF0000"/>
                </a:solidFill>
                <a:cs typeface="Arial" panose="020B0604020202020204" pitchFamily="34" charset="0"/>
              </a:rPr>
              <a:t>Dó</a:t>
            </a:r>
          </a:p>
        </p:txBody>
      </p:sp>
    </p:spTree>
    <p:extLst>
      <p:ext uri="{BB962C8B-B14F-4D97-AF65-F5344CB8AC3E}">
        <p14:creationId xmlns:p14="http://schemas.microsoft.com/office/powerpoint/2010/main" val="58794387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80C214-64FD-DA62-2635-98FCB9342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004DB9D-B5F9-E964-D53D-8BE608AA18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76673"/>
            <a:ext cx="12192000" cy="6048671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9000" dirty="0" err="1">
                <a:cs typeface="Arial" panose="020B0604020202020204" pitchFamily="34" charset="0"/>
              </a:rPr>
              <a:t>Jezts</a:t>
            </a:r>
            <a:r>
              <a:rPr lang="en-US" sz="9000" dirty="0">
                <a:cs typeface="Arial" panose="020B0604020202020204" pitchFamily="34" charset="0"/>
              </a:rPr>
              <a:t> Guet’s Los </a:t>
            </a:r>
            <a:r>
              <a:rPr lang="en-US" sz="9000" dirty="0">
                <a:solidFill>
                  <a:srgbClr val="FF0000"/>
                </a:solidFill>
                <a:cs typeface="Arial" panose="020B0604020202020204" pitchFamily="34" charset="0"/>
              </a:rPr>
              <a:t>Sol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en-US" sz="9000" dirty="0">
                <a:cs typeface="Arial" panose="020B0604020202020204" pitchFamily="34" charset="0"/>
              </a:rPr>
              <a:t>Ole </a:t>
            </a:r>
            <a:r>
              <a:rPr lang="en-US" sz="9000" dirty="0" err="1">
                <a:cs typeface="Arial" panose="020B0604020202020204" pitchFamily="34" charset="0"/>
              </a:rPr>
              <a:t>Ole</a:t>
            </a:r>
            <a:r>
              <a:rPr lang="en-US" sz="9000" dirty="0">
                <a:cs typeface="Arial" panose="020B0604020202020204" pitchFamily="34" charset="0"/>
              </a:rPr>
              <a:t> Ola  </a:t>
            </a:r>
            <a:r>
              <a:rPr lang="en-US" sz="9000" dirty="0">
                <a:solidFill>
                  <a:srgbClr val="FF0000"/>
                </a:solidFill>
                <a:cs typeface="Arial" panose="020B0604020202020204" pitchFamily="34" charset="0"/>
              </a:rPr>
              <a:t>Sol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pt-BR" sz="9000" dirty="0">
                <a:cs typeface="Arial" panose="020B0604020202020204" pitchFamily="34" charset="0"/>
              </a:rPr>
              <a:t>Então Libera </a:t>
            </a:r>
            <a:r>
              <a:rPr lang="pt-BR" sz="9000" dirty="0">
                <a:solidFill>
                  <a:srgbClr val="FF0000"/>
                </a:solidFill>
                <a:cs typeface="Arial" panose="020B0604020202020204" pitchFamily="34" charset="0"/>
              </a:rPr>
              <a:t>Sol</a:t>
            </a:r>
          </a:p>
        </p:txBody>
      </p:sp>
    </p:spTree>
    <p:extLst>
      <p:ext uri="{BB962C8B-B14F-4D97-AF65-F5344CB8AC3E}">
        <p14:creationId xmlns:p14="http://schemas.microsoft.com/office/powerpoint/2010/main" val="134866288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9D1C3-9E86-8A73-3EA8-C798607B8D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547637B-CEDC-B982-B5AF-968726834E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76673"/>
            <a:ext cx="12192000" cy="6048671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9000" dirty="0" err="1">
                <a:cs typeface="Arial" panose="020B0604020202020204" pitchFamily="34" charset="0"/>
              </a:rPr>
              <a:t>Perigosa</a:t>
            </a:r>
            <a:r>
              <a:rPr lang="en-US" sz="9000" dirty="0">
                <a:cs typeface="Arial" panose="020B0604020202020204" pitchFamily="34" charset="0"/>
              </a:rPr>
              <a:t> e Linda </a:t>
            </a:r>
            <a:r>
              <a:rPr lang="en-US" sz="9000" dirty="0">
                <a:solidFill>
                  <a:srgbClr val="FF0000"/>
                </a:solidFill>
                <a:cs typeface="Arial" panose="020B0604020202020204" pitchFamily="34" charset="0"/>
              </a:rPr>
              <a:t>E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en-US" sz="9000" dirty="0" err="1">
                <a:cs typeface="Arial" panose="020B0604020202020204" pitchFamily="34" charset="0"/>
              </a:rPr>
              <a:t>Alô</a:t>
            </a:r>
            <a:r>
              <a:rPr lang="en-US" sz="9000" dirty="0">
                <a:cs typeface="Arial" panose="020B0604020202020204" pitchFamily="34" charset="0"/>
              </a:rPr>
              <a:t>  Meu Amor </a:t>
            </a:r>
            <a:r>
              <a:rPr lang="en-US" sz="9000" dirty="0">
                <a:solidFill>
                  <a:srgbClr val="FF0000"/>
                </a:solidFill>
                <a:cs typeface="Arial" panose="020B0604020202020204" pitchFamily="34" charset="0"/>
              </a:rPr>
              <a:t>G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pt-BR" sz="9000" dirty="0">
                <a:cs typeface="Arial" panose="020B0604020202020204" pitchFamily="34" charset="0"/>
              </a:rPr>
              <a:t>Bar da Esquina </a:t>
            </a:r>
            <a:r>
              <a:rPr lang="pt-BR" sz="9000" dirty="0">
                <a:solidFill>
                  <a:srgbClr val="FF0000"/>
                </a:solidFill>
                <a:cs typeface="Arial" panose="020B0604020202020204" pitchFamily="34" charset="0"/>
              </a:rPr>
              <a:t>G</a:t>
            </a:r>
          </a:p>
        </p:txBody>
      </p:sp>
    </p:spTree>
    <p:extLst>
      <p:ext uri="{BB962C8B-B14F-4D97-AF65-F5344CB8AC3E}">
        <p14:creationId xmlns:p14="http://schemas.microsoft.com/office/powerpoint/2010/main" val="202569696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9113EC-BB4C-6803-3C30-DF19B2D25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E7E3B71-6A5F-4146-C459-0346B4B83B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76673"/>
            <a:ext cx="12192000" cy="6048671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9000" dirty="0">
                <a:cs typeface="Arial" panose="020B0604020202020204" pitchFamily="34" charset="0"/>
              </a:rPr>
              <a:t>Barco do Amor </a:t>
            </a:r>
            <a:r>
              <a:rPr lang="en-US" sz="9000" dirty="0">
                <a:solidFill>
                  <a:srgbClr val="FF0000"/>
                </a:solidFill>
                <a:cs typeface="Arial" panose="020B0604020202020204" pitchFamily="34" charset="0"/>
              </a:rPr>
              <a:t>Fa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en-US" sz="9000" dirty="0">
                <a:cs typeface="Arial" panose="020B0604020202020204" pitchFamily="34" charset="0"/>
              </a:rPr>
              <a:t>Polka do Fritz </a:t>
            </a:r>
            <a:r>
              <a:rPr lang="en-US" sz="9000" dirty="0">
                <a:solidFill>
                  <a:srgbClr val="FF0000"/>
                </a:solidFill>
                <a:cs typeface="Arial" panose="020B0604020202020204" pitchFamily="34" charset="0"/>
              </a:rPr>
              <a:t>Fa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pt-BR" sz="9000" dirty="0">
                <a:cs typeface="Arial" panose="020B0604020202020204" pitchFamily="34" charset="0"/>
              </a:rPr>
              <a:t>Gastando a Sola </a:t>
            </a:r>
            <a:r>
              <a:rPr lang="pt-BR" sz="9000" dirty="0" err="1">
                <a:solidFill>
                  <a:srgbClr val="FF0000"/>
                </a:solidFill>
                <a:cs typeface="Arial" panose="020B0604020202020204" pitchFamily="34" charset="0"/>
              </a:rPr>
              <a:t>Fa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395391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BD932-52AF-3B35-4D15-79B4D7F2D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135F947-4697-23B1-1624-4CCEBCF212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92" y="1052736"/>
            <a:ext cx="12192000" cy="4752527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7200" dirty="0">
                <a:cs typeface="Arial" panose="020B0604020202020204" pitchFamily="34" charset="0"/>
              </a:rPr>
              <a:t>Casamento da </a:t>
            </a:r>
            <a:r>
              <a:rPr lang="en-US" sz="7200" dirty="0" err="1">
                <a:cs typeface="Arial" panose="020B0604020202020204" pitchFamily="34" charset="0"/>
              </a:rPr>
              <a:t>Doralice</a:t>
            </a:r>
            <a:r>
              <a:rPr lang="en-US" sz="7200" dirty="0">
                <a:cs typeface="Arial" panose="020B0604020202020204" pitchFamily="34" charset="0"/>
              </a:rPr>
              <a:t> </a:t>
            </a:r>
            <a:r>
              <a:rPr lang="en-US" sz="7200" dirty="0">
                <a:solidFill>
                  <a:srgbClr val="FF0000"/>
                </a:solidFill>
                <a:cs typeface="Arial" panose="020B0604020202020204" pitchFamily="34" charset="0"/>
              </a:rPr>
              <a:t>F#</a:t>
            </a:r>
            <a:endParaRPr lang="pt-BR" sz="72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en-US" sz="8000" dirty="0" err="1">
                <a:cs typeface="Arial" panose="020B0604020202020204" pitchFamily="34" charset="0"/>
              </a:rPr>
              <a:t>Capricha</a:t>
            </a:r>
            <a:r>
              <a:rPr lang="en-US" sz="8000" dirty="0">
                <a:cs typeface="Arial" panose="020B0604020202020204" pitchFamily="34" charset="0"/>
              </a:rPr>
              <a:t> </a:t>
            </a:r>
            <a:r>
              <a:rPr lang="en-US" sz="8000" dirty="0" err="1">
                <a:cs typeface="Arial" panose="020B0604020202020204" pitchFamily="34" charset="0"/>
              </a:rPr>
              <a:t>Gaiteiro</a:t>
            </a:r>
            <a:r>
              <a:rPr lang="en-US" sz="8000" dirty="0">
                <a:cs typeface="Arial" panose="020B0604020202020204" pitchFamily="34" charset="0"/>
              </a:rPr>
              <a:t> </a:t>
            </a:r>
            <a:r>
              <a:rPr lang="en-US" sz="8000" dirty="0">
                <a:solidFill>
                  <a:srgbClr val="FF0000"/>
                </a:solidFill>
                <a:cs typeface="Arial" panose="020B0604020202020204" pitchFamily="34" charset="0"/>
              </a:rPr>
              <a:t>F</a:t>
            </a:r>
            <a:endParaRPr lang="pt-BR" sz="8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pt-BR" sz="8000" dirty="0">
                <a:cs typeface="Arial" panose="020B0604020202020204" pitchFamily="34" charset="0"/>
              </a:rPr>
              <a:t>Roda Morena </a:t>
            </a:r>
            <a:r>
              <a:rPr lang="pt-BR" sz="8000" dirty="0">
                <a:solidFill>
                  <a:srgbClr val="FF0000"/>
                </a:solidFill>
                <a:cs typeface="Arial" panose="020B0604020202020204" pitchFamily="34" charset="0"/>
              </a:rPr>
              <a:t>F</a:t>
            </a:r>
          </a:p>
        </p:txBody>
      </p:sp>
    </p:spTree>
    <p:extLst>
      <p:ext uri="{BB962C8B-B14F-4D97-AF65-F5344CB8AC3E}">
        <p14:creationId xmlns:p14="http://schemas.microsoft.com/office/powerpoint/2010/main" val="366324736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D221A-506C-7418-D249-0C04F9937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11031F0-1C85-255B-9F8C-7FC05EA61D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92" y="1052736"/>
            <a:ext cx="12192000" cy="4752527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6600" dirty="0" err="1">
                <a:cs typeface="Arial" panose="020B0604020202020204" pitchFamily="34" charset="0"/>
              </a:rPr>
              <a:t>Trancão</a:t>
            </a:r>
            <a:r>
              <a:rPr lang="en-US" sz="6600" dirty="0">
                <a:cs typeface="Arial" panose="020B0604020202020204" pitchFamily="34" charset="0"/>
              </a:rPr>
              <a:t> de </a:t>
            </a:r>
            <a:r>
              <a:rPr lang="en-US" sz="6600" dirty="0" err="1">
                <a:cs typeface="Arial" panose="020B0604020202020204" pitchFamily="34" charset="0"/>
              </a:rPr>
              <a:t>Baile</a:t>
            </a:r>
            <a:endParaRPr lang="pt-BR" sz="66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en-US" sz="7200" dirty="0" err="1">
                <a:cs typeface="Arial" panose="020B0604020202020204" pitchFamily="34" charset="0"/>
              </a:rPr>
              <a:t>Trancão</a:t>
            </a:r>
            <a:r>
              <a:rPr lang="en-US" sz="7200" dirty="0">
                <a:cs typeface="Arial" panose="020B0604020202020204" pitchFamily="34" charset="0"/>
              </a:rPr>
              <a:t> de </a:t>
            </a:r>
            <a:r>
              <a:rPr lang="en-US" sz="7200" dirty="0" err="1">
                <a:cs typeface="Arial" panose="020B0604020202020204" pitchFamily="34" charset="0"/>
              </a:rPr>
              <a:t>Livramento</a:t>
            </a:r>
            <a:endParaRPr lang="pt-BR" sz="72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pt-BR" sz="7200" dirty="0">
                <a:cs typeface="Arial" panose="020B0604020202020204" pitchFamily="34" charset="0"/>
              </a:rPr>
              <a:t>Tranco Véio Fandangueiro</a:t>
            </a:r>
            <a:endParaRPr lang="pt-BR" sz="72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697180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773837-82A0-8779-9E35-A8AA8EA74C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6A728E-9F62-9823-2AA2-E046106DCD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76673"/>
            <a:ext cx="12192000" cy="6048671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9000" dirty="0">
                <a:cs typeface="Arial" panose="020B0604020202020204" pitchFamily="34" charset="0"/>
              </a:rPr>
              <a:t>Do Fundo da </a:t>
            </a:r>
            <a:r>
              <a:rPr lang="en-US" sz="9000" dirty="0" err="1">
                <a:cs typeface="Arial" panose="020B0604020202020204" pitchFamily="34" charset="0"/>
              </a:rPr>
              <a:t>Grota</a:t>
            </a:r>
            <a:r>
              <a:rPr lang="en-US" sz="9000" dirty="0">
                <a:cs typeface="Arial" panose="020B0604020202020204" pitchFamily="34" charset="0"/>
              </a:rPr>
              <a:t> </a:t>
            </a:r>
            <a:r>
              <a:rPr lang="en-US" sz="9000" dirty="0">
                <a:solidFill>
                  <a:srgbClr val="FF0000"/>
                </a:solidFill>
                <a:cs typeface="Arial" panose="020B0604020202020204" pitchFamily="34" charset="0"/>
              </a:rPr>
              <a:t>E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en-US" sz="9000" dirty="0" err="1">
                <a:cs typeface="Arial" panose="020B0604020202020204" pitchFamily="34" charset="0"/>
              </a:rPr>
              <a:t>Nossa</a:t>
            </a:r>
            <a:r>
              <a:rPr lang="en-US" sz="9000" dirty="0">
                <a:cs typeface="Arial" panose="020B0604020202020204" pitchFamily="34" charset="0"/>
              </a:rPr>
              <a:t> Vaneira  </a:t>
            </a:r>
            <a:r>
              <a:rPr lang="en-US" sz="9000" dirty="0">
                <a:solidFill>
                  <a:srgbClr val="FF0000"/>
                </a:solidFill>
                <a:cs typeface="Arial" panose="020B0604020202020204" pitchFamily="34" charset="0"/>
              </a:rPr>
              <a:t>E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pt-BR" sz="9000" dirty="0">
                <a:cs typeface="Arial" panose="020B0604020202020204" pitchFamily="34" charset="0"/>
              </a:rPr>
              <a:t>Criado em Galpão </a:t>
            </a:r>
            <a:r>
              <a:rPr lang="pt-BR" sz="9000" dirty="0">
                <a:solidFill>
                  <a:srgbClr val="FF0000"/>
                </a:solidFill>
                <a:cs typeface="Arial" panose="020B0604020202020204" pitchFamily="34" charset="0"/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389369082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0E8720-B4AC-D44D-44A4-A0EBC5886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85056A-0AA9-451F-D849-01B2242A76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76673"/>
            <a:ext cx="12192000" cy="6048671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9000" dirty="0">
                <a:cs typeface="Arial" panose="020B0604020202020204" pitchFamily="34" charset="0"/>
              </a:rPr>
              <a:t>Ai eu Bebo </a:t>
            </a:r>
            <a:r>
              <a:rPr lang="en-US" sz="9000" dirty="0">
                <a:solidFill>
                  <a:srgbClr val="FF0000"/>
                </a:solidFill>
                <a:cs typeface="Arial" panose="020B0604020202020204" pitchFamily="34" charset="0"/>
              </a:rPr>
              <a:t>E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en-US" sz="9000" dirty="0" err="1">
                <a:cs typeface="Arial" panose="020B0604020202020204" pitchFamily="34" charset="0"/>
              </a:rPr>
              <a:t>Bebendo</a:t>
            </a:r>
            <a:r>
              <a:rPr lang="en-US" sz="9000" dirty="0">
                <a:cs typeface="Arial" panose="020B0604020202020204" pitchFamily="34" charset="0"/>
              </a:rPr>
              <a:t> </a:t>
            </a:r>
            <a:r>
              <a:rPr lang="en-US" sz="9000" dirty="0" err="1">
                <a:cs typeface="Arial" panose="020B0604020202020204" pitchFamily="34" charset="0"/>
              </a:rPr>
              <a:t>Demais</a:t>
            </a:r>
            <a:r>
              <a:rPr lang="en-US" sz="9000" dirty="0">
                <a:cs typeface="Arial" panose="020B0604020202020204" pitchFamily="34" charset="0"/>
              </a:rPr>
              <a:t>  </a:t>
            </a:r>
            <a:r>
              <a:rPr lang="en-US" sz="9000" dirty="0">
                <a:solidFill>
                  <a:srgbClr val="FF0000"/>
                </a:solidFill>
                <a:cs typeface="Arial" panose="020B0604020202020204" pitchFamily="34" charset="0"/>
              </a:rPr>
              <a:t>D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pt-BR" sz="9000" dirty="0">
                <a:cs typeface="Arial" panose="020B0604020202020204" pitchFamily="34" charset="0"/>
              </a:rPr>
              <a:t>Bagual Corcoveador </a:t>
            </a:r>
            <a:r>
              <a:rPr lang="pt-BR" sz="9000" dirty="0">
                <a:solidFill>
                  <a:srgbClr val="FF0000"/>
                </a:solidFill>
                <a:cs typeface="Arial" panose="020B0604020202020204" pitchFamily="34" charset="0"/>
              </a:rPr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12614617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B489CD-A7F9-67BB-9A21-016EF3693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873861B-FECE-72D1-0937-5D4F4AEC62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76673"/>
            <a:ext cx="12192000" cy="6048671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9000" dirty="0" err="1">
                <a:cs typeface="Arial" panose="020B0604020202020204" pitchFamily="34" charset="0"/>
              </a:rPr>
              <a:t>Bombacha</a:t>
            </a:r>
            <a:r>
              <a:rPr lang="en-US" sz="9000" dirty="0">
                <a:cs typeface="Arial" panose="020B0604020202020204" pitchFamily="34" charset="0"/>
              </a:rPr>
              <a:t> Preta </a:t>
            </a:r>
            <a:r>
              <a:rPr lang="en-US" sz="9000" dirty="0">
                <a:solidFill>
                  <a:srgbClr val="FF0000"/>
                </a:solidFill>
                <a:cs typeface="Arial" panose="020B0604020202020204" pitchFamily="34" charset="0"/>
              </a:rPr>
              <a:t>F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en-US" sz="9000" dirty="0" err="1">
                <a:cs typeface="Arial" panose="020B0604020202020204" pitchFamily="34" charset="0"/>
              </a:rPr>
              <a:t>Trancão</a:t>
            </a:r>
            <a:r>
              <a:rPr lang="en-US" sz="9000" dirty="0">
                <a:cs typeface="Arial" panose="020B0604020202020204" pitchFamily="34" charset="0"/>
              </a:rPr>
              <a:t> de </a:t>
            </a:r>
            <a:r>
              <a:rPr lang="en-US" sz="9000" dirty="0" err="1">
                <a:cs typeface="Arial" panose="020B0604020202020204" pitchFamily="34" charset="0"/>
              </a:rPr>
              <a:t>Baile</a:t>
            </a:r>
            <a:r>
              <a:rPr lang="en-US" sz="9000" dirty="0">
                <a:cs typeface="Arial" panose="020B0604020202020204" pitchFamily="34" charset="0"/>
              </a:rPr>
              <a:t> </a:t>
            </a:r>
            <a:r>
              <a:rPr lang="en-US" sz="9000" dirty="0">
                <a:solidFill>
                  <a:srgbClr val="FF0000"/>
                </a:solidFill>
                <a:cs typeface="Arial" panose="020B0604020202020204" pitchFamily="34" charset="0"/>
              </a:rPr>
              <a:t>A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pt-BR" sz="9000" dirty="0">
                <a:cs typeface="Arial" panose="020B0604020202020204" pitchFamily="34" charset="0"/>
              </a:rPr>
              <a:t>Barquinho </a:t>
            </a:r>
            <a:r>
              <a:rPr lang="pt-BR" sz="9000" dirty="0">
                <a:solidFill>
                  <a:srgbClr val="FF0000"/>
                </a:solidFill>
                <a:cs typeface="Arial" panose="020B0604020202020204" pitchFamily="34" charset="0"/>
              </a:rPr>
              <a:t>G</a:t>
            </a:r>
          </a:p>
        </p:txBody>
      </p:sp>
    </p:spTree>
    <p:extLst>
      <p:ext uri="{BB962C8B-B14F-4D97-AF65-F5344CB8AC3E}">
        <p14:creationId xmlns:p14="http://schemas.microsoft.com/office/powerpoint/2010/main" val="326582743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C8BFD-E20B-2C0E-D14D-33536260D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E9DB15F-216A-91A4-FA15-5D40916685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76673"/>
            <a:ext cx="12192000" cy="6048671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9000" dirty="0" err="1">
                <a:cs typeface="Arial" panose="020B0604020202020204" pitchFamily="34" charset="0"/>
              </a:rPr>
              <a:t>Barquinha</a:t>
            </a:r>
            <a:r>
              <a:rPr lang="en-US" sz="9000" dirty="0">
                <a:cs typeface="Arial" panose="020B0604020202020204" pitchFamily="34" charset="0"/>
              </a:rPr>
              <a:t> de </a:t>
            </a:r>
            <a:r>
              <a:rPr lang="en-US" sz="9000" dirty="0" err="1">
                <a:cs typeface="Arial" panose="020B0604020202020204" pitchFamily="34" charset="0"/>
              </a:rPr>
              <a:t>Ouro</a:t>
            </a:r>
            <a:r>
              <a:rPr lang="en-US" sz="9000" dirty="0">
                <a:cs typeface="Arial" panose="020B0604020202020204" pitchFamily="34" charset="0"/>
              </a:rPr>
              <a:t> </a:t>
            </a:r>
            <a:r>
              <a:rPr lang="en-US" sz="9000" dirty="0">
                <a:solidFill>
                  <a:srgbClr val="FF0000"/>
                </a:solidFill>
                <a:cs typeface="Arial" panose="020B0604020202020204" pitchFamily="34" charset="0"/>
              </a:rPr>
              <a:t>F#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en-US" sz="9000" dirty="0">
                <a:cs typeface="Arial" panose="020B0604020202020204" pitchFamily="34" charset="0"/>
              </a:rPr>
              <a:t>O </a:t>
            </a:r>
            <a:r>
              <a:rPr lang="en-US" sz="9000" dirty="0" err="1">
                <a:cs typeface="Arial" panose="020B0604020202020204" pitchFamily="34" charset="0"/>
              </a:rPr>
              <a:t>dia</a:t>
            </a:r>
            <a:r>
              <a:rPr lang="en-US" sz="9000" dirty="0">
                <a:cs typeface="Arial" panose="020B0604020202020204" pitchFamily="34" charset="0"/>
              </a:rPr>
              <a:t> </a:t>
            </a:r>
            <a:r>
              <a:rPr lang="en-US" sz="9000" dirty="0" err="1">
                <a:cs typeface="Arial" panose="020B0604020202020204" pitchFamily="34" charset="0"/>
              </a:rPr>
              <a:t>vai</a:t>
            </a:r>
            <a:r>
              <a:rPr lang="en-US" sz="9000" dirty="0">
                <a:cs typeface="Arial" panose="020B0604020202020204" pitchFamily="34" charset="0"/>
              </a:rPr>
              <a:t> a </a:t>
            </a:r>
            <a:r>
              <a:rPr lang="en-US" sz="9000" dirty="0" err="1">
                <a:cs typeface="Arial" panose="020B0604020202020204" pitchFamily="34" charset="0"/>
              </a:rPr>
              <a:t>noite</a:t>
            </a:r>
            <a:r>
              <a:rPr lang="en-US" sz="9000" dirty="0">
                <a:cs typeface="Arial" panose="020B0604020202020204" pitchFamily="34" charset="0"/>
              </a:rPr>
              <a:t> </a:t>
            </a:r>
            <a:r>
              <a:rPr lang="en-US" sz="9000" dirty="0" err="1">
                <a:cs typeface="Arial" panose="020B0604020202020204" pitchFamily="34" charset="0"/>
              </a:rPr>
              <a:t>vem</a:t>
            </a:r>
            <a:r>
              <a:rPr lang="en-US" sz="9000" dirty="0">
                <a:cs typeface="Arial" panose="020B0604020202020204" pitchFamily="34" charset="0"/>
              </a:rPr>
              <a:t> </a:t>
            </a:r>
            <a:r>
              <a:rPr lang="en-US" sz="9000" dirty="0">
                <a:solidFill>
                  <a:srgbClr val="FF0000"/>
                </a:solidFill>
                <a:cs typeface="Arial" panose="020B0604020202020204" pitchFamily="34" charset="0"/>
              </a:rPr>
              <a:t>F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pt-BR" sz="9000" dirty="0">
                <a:cs typeface="Arial" panose="020B0604020202020204" pitchFamily="34" charset="0"/>
              </a:rPr>
              <a:t>Fica Amor </a:t>
            </a:r>
            <a:r>
              <a:rPr lang="pt-BR" sz="9000" dirty="0">
                <a:solidFill>
                  <a:srgbClr val="FF0000"/>
                </a:solidFill>
                <a:cs typeface="Arial" panose="020B0604020202020204" pitchFamily="34" charset="0"/>
              </a:rPr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137410810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B9A1DE-A81F-4D00-5DE1-CC843ECE2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E47554F-389C-851D-DFB9-E5E2D46BFA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204864"/>
            <a:ext cx="12192000" cy="1908212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9000" dirty="0">
                <a:cs typeface="Arial" panose="020B0604020202020204" pitchFamily="34" charset="0"/>
              </a:rPr>
              <a:t>A Festa é com Rota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55481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1DF1C0-7A85-86ED-DB66-D7614CD1D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A6954DC-86DB-361C-8DBE-1DF5D653CB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344" y="1592796"/>
            <a:ext cx="11809312" cy="3672407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7200" dirty="0" err="1">
                <a:cs typeface="Arial" panose="020B0604020202020204" pitchFamily="34" charset="0"/>
              </a:rPr>
              <a:t>Nosso</a:t>
            </a:r>
            <a:r>
              <a:rPr lang="en-US" sz="7200" dirty="0">
                <a:cs typeface="Arial" panose="020B0604020202020204" pitchFamily="34" charset="0"/>
              </a:rPr>
              <a:t> Amor </a:t>
            </a:r>
            <a:r>
              <a:rPr lang="en-US" sz="7200" dirty="0" err="1">
                <a:cs typeface="Arial" panose="020B0604020202020204" pitchFamily="34" charset="0"/>
              </a:rPr>
              <a:t>Terminou</a:t>
            </a:r>
            <a:r>
              <a:rPr lang="en-US" sz="7200" dirty="0">
                <a:cs typeface="Arial" panose="020B0604020202020204" pitchFamily="34" charset="0"/>
              </a:rPr>
              <a:t> </a:t>
            </a:r>
            <a:r>
              <a:rPr lang="en-US" sz="7200" dirty="0">
                <a:solidFill>
                  <a:srgbClr val="FF0000"/>
                </a:solidFill>
                <a:cs typeface="Arial" panose="020B0604020202020204" pitchFamily="34" charset="0"/>
              </a:rPr>
              <a:t>Sol</a:t>
            </a:r>
            <a:endParaRPr lang="pt-BR" sz="72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en-US" sz="8000" dirty="0">
                <a:cs typeface="Arial" panose="020B0604020202020204" pitchFamily="34" charset="0"/>
              </a:rPr>
              <a:t>Estrada da Vida </a:t>
            </a:r>
            <a:r>
              <a:rPr lang="en-US" sz="8000" dirty="0">
                <a:solidFill>
                  <a:srgbClr val="FF0000"/>
                </a:solidFill>
                <a:cs typeface="Arial" panose="020B0604020202020204" pitchFamily="34" charset="0"/>
              </a:rPr>
              <a:t>Sib</a:t>
            </a:r>
            <a:endParaRPr lang="pt-BR" sz="8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514282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DB2A0E-4CC3-E929-FA70-C0F45AFEB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146509A-21E4-20D6-D1E5-BD006E2B72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76673"/>
            <a:ext cx="12192000" cy="6048671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9000" dirty="0" err="1">
                <a:cs typeface="Arial" panose="020B0604020202020204" pitchFamily="34" charset="0"/>
              </a:rPr>
              <a:t>Dobrado</a:t>
            </a:r>
            <a:r>
              <a:rPr lang="en-US" sz="9000" dirty="0">
                <a:cs typeface="Arial" panose="020B0604020202020204" pitchFamily="34" charset="0"/>
              </a:rPr>
              <a:t> Violeta </a:t>
            </a:r>
            <a:r>
              <a:rPr lang="en-US" sz="9000" dirty="0">
                <a:solidFill>
                  <a:srgbClr val="FF0000"/>
                </a:solidFill>
                <a:cs typeface="Arial" panose="020B0604020202020204" pitchFamily="34" charset="0"/>
              </a:rPr>
              <a:t>Mib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en-US" sz="9000" dirty="0" err="1">
                <a:cs typeface="Arial" panose="020B0604020202020204" pitchFamily="34" charset="0"/>
              </a:rPr>
              <a:t>Dobrado</a:t>
            </a:r>
            <a:r>
              <a:rPr lang="en-US" sz="9000" dirty="0">
                <a:cs typeface="Arial" panose="020B0604020202020204" pitchFamily="34" charset="0"/>
              </a:rPr>
              <a:t> do Cris </a:t>
            </a:r>
            <a:r>
              <a:rPr lang="en-US" sz="9000" dirty="0">
                <a:solidFill>
                  <a:srgbClr val="FF0000"/>
                </a:solidFill>
                <a:cs typeface="Arial" panose="020B0604020202020204" pitchFamily="34" charset="0"/>
              </a:rPr>
              <a:t>Sib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pt-BR" sz="9000" dirty="0">
                <a:cs typeface="Arial" panose="020B0604020202020204" pitchFamily="34" charset="0"/>
              </a:rPr>
              <a:t>Bebo Todas </a:t>
            </a:r>
            <a:r>
              <a:rPr lang="pt-BR" sz="9000" dirty="0" err="1">
                <a:solidFill>
                  <a:srgbClr val="FF0000"/>
                </a:solidFill>
                <a:cs typeface="Arial" panose="020B0604020202020204" pitchFamily="34" charset="0"/>
              </a:rPr>
              <a:t>Fa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278271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FFA95D-7A21-274C-9D58-F3CB46323F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52B4C2F-FC2D-4E8B-A3A2-79306FBC83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344" y="1592796"/>
            <a:ext cx="11809312" cy="3672407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8000" dirty="0" err="1">
                <a:cs typeface="Arial" panose="020B0604020202020204" pitchFamily="34" charset="0"/>
              </a:rPr>
              <a:t>Tenente</a:t>
            </a:r>
            <a:r>
              <a:rPr lang="en-US" sz="8000" dirty="0">
                <a:cs typeface="Arial" panose="020B0604020202020204" pitchFamily="34" charset="0"/>
              </a:rPr>
              <a:t> </a:t>
            </a:r>
            <a:r>
              <a:rPr lang="en-US" sz="8000" dirty="0" err="1">
                <a:cs typeface="Arial" panose="020B0604020202020204" pitchFamily="34" charset="0"/>
              </a:rPr>
              <a:t>Parranhos</a:t>
            </a:r>
            <a:r>
              <a:rPr lang="en-US" sz="8000" dirty="0">
                <a:cs typeface="Arial" panose="020B0604020202020204" pitchFamily="34" charset="0"/>
              </a:rPr>
              <a:t> </a:t>
            </a:r>
            <a:r>
              <a:rPr lang="en-US" sz="8000" dirty="0">
                <a:solidFill>
                  <a:srgbClr val="FF0000"/>
                </a:solidFill>
                <a:cs typeface="Arial" panose="020B0604020202020204" pitchFamily="34" charset="0"/>
              </a:rPr>
              <a:t>Mib</a:t>
            </a:r>
            <a:endParaRPr lang="pt-BR" sz="8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en-US" sz="8000" dirty="0">
                <a:cs typeface="Arial" panose="020B0604020202020204" pitchFamily="34" charset="0"/>
              </a:rPr>
              <a:t>Ponto Chik </a:t>
            </a:r>
            <a:r>
              <a:rPr lang="en-US" sz="8000" dirty="0">
                <a:solidFill>
                  <a:srgbClr val="FF0000"/>
                </a:solidFill>
                <a:cs typeface="Arial" panose="020B0604020202020204" pitchFamily="34" charset="0"/>
              </a:rPr>
              <a:t>Sib</a:t>
            </a:r>
            <a:endParaRPr lang="pt-BR" sz="8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730427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1E623-C81E-C9C9-0369-8A3DE2197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FFF13D3-EE90-BA85-6C1A-A48AED0A5B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344" y="1592796"/>
            <a:ext cx="11809312" cy="3672407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8000" dirty="0">
                <a:cs typeface="Arial" panose="020B0604020202020204" pitchFamily="34" charset="0"/>
              </a:rPr>
              <a:t>Em </a:t>
            </a:r>
            <a:r>
              <a:rPr lang="en-US" sz="8000" dirty="0" err="1">
                <a:cs typeface="Arial" panose="020B0604020202020204" pitchFamily="34" charset="0"/>
              </a:rPr>
              <a:t>Frente</a:t>
            </a:r>
            <a:r>
              <a:rPr lang="en-US" sz="8000" dirty="0">
                <a:cs typeface="Arial" panose="020B0604020202020204" pitchFamily="34" charset="0"/>
              </a:rPr>
              <a:t> a </a:t>
            </a:r>
            <a:r>
              <a:rPr lang="en-US" sz="8000" dirty="0" err="1">
                <a:cs typeface="Arial" panose="020B0604020202020204" pitchFamily="34" charset="0"/>
              </a:rPr>
              <a:t>Matriz</a:t>
            </a:r>
            <a:r>
              <a:rPr lang="en-US" sz="8000" dirty="0">
                <a:cs typeface="Arial" panose="020B0604020202020204" pitchFamily="34" charset="0"/>
              </a:rPr>
              <a:t> </a:t>
            </a:r>
            <a:r>
              <a:rPr lang="en-US" sz="8000" dirty="0">
                <a:solidFill>
                  <a:srgbClr val="FF0000"/>
                </a:solidFill>
                <a:cs typeface="Arial" panose="020B0604020202020204" pitchFamily="34" charset="0"/>
              </a:rPr>
              <a:t>Fa</a:t>
            </a:r>
            <a:endParaRPr lang="pt-BR" sz="8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en-US" sz="8000" dirty="0" err="1">
                <a:cs typeface="Arial" panose="020B0604020202020204" pitchFamily="34" charset="0"/>
              </a:rPr>
              <a:t>Beijinho</a:t>
            </a:r>
            <a:r>
              <a:rPr lang="en-US" sz="8000" dirty="0">
                <a:cs typeface="Arial" panose="020B0604020202020204" pitchFamily="34" charset="0"/>
              </a:rPr>
              <a:t> Doce </a:t>
            </a:r>
            <a:r>
              <a:rPr lang="en-US" sz="8000" dirty="0">
                <a:solidFill>
                  <a:srgbClr val="FF0000"/>
                </a:solidFill>
                <a:cs typeface="Arial" panose="020B0604020202020204" pitchFamily="34" charset="0"/>
              </a:rPr>
              <a:t>Fa</a:t>
            </a:r>
            <a:endParaRPr lang="pt-BR" sz="8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218879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CD2C82-5541-6CA4-0A24-8158B6065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9131B6F-BD1A-3EEE-45DE-C8DF003DCB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80728"/>
            <a:ext cx="12192000" cy="6048671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8000" dirty="0" err="1">
                <a:cs typeface="Arial" panose="020B0604020202020204" pitchFamily="34" charset="0"/>
              </a:rPr>
              <a:t>Fliegerlied</a:t>
            </a:r>
            <a:r>
              <a:rPr lang="en-US" sz="8000" dirty="0">
                <a:cs typeface="Arial" panose="020B0604020202020204" pitchFamily="34" charset="0"/>
              </a:rPr>
              <a:t> </a:t>
            </a:r>
            <a:r>
              <a:rPr lang="en-US" sz="8000" dirty="0">
                <a:solidFill>
                  <a:srgbClr val="FF0000"/>
                </a:solidFill>
                <a:cs typeface="Arial" panose="020B0604020202020204" pitchFamily="34" charset="0"/>
              </a:rPr>
              <a:t>La</a:t>
            </a:r>
            <a:endParaRPr lang="pt-BR" sz="8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pt-BR" sz="8000" dirty="0" err="1">
                <a:cs typeface="Arial" panose="020B0604020202020204" pitchFamily="34" charset="0"/>
              </a:rPr>
              <a:t>Centop</a:t>
            </a:r>
            <a:r>
              <a:rPr lang="en-US" sz="8000" dirty="0" err="1">
                <a:cs typeface="Arial" panose="020B0604020202020204" pitchFamily="34" charset="0"/>
              </a:rPr>
              <a:t>éia</a:t>
            </a:r>
            <a:r>
              <a:rPr lang="en-US" sz="8000" dirty="0">
                <a:cs typeface="Arial" panose="020B0604020202020204" pitchFamily="34" charset="0"/>
              </a:rPr>
              <a:t> do Chopp</a:t>
            </a:r>
            <a:r>
              <a:rPr lang="pt-BR" sz="8000" dirty="0">
                <a:cs typeface="Arial" panose="020B0604020202020204" pitchFamily="34" charset="0"/>
              </a:rPr>
              <a:t> </a:t>
            </a:r>
            <a:r>
              <a:rPr lang="pt-BR" sz="8000" dirty="0">
                <a:solidFill>
                  <a:srgbClr val="FF0000"/>
                </a:solidFill>
                <a:cs typeface="Arial" panose="020B0604020202020204" pitchFamily="34" charset="0"/>
              </a:rPr>
              <a:t>Mi</a:t>
            </a:r>
          </a:p>
          <a:p>
            <a:pPr algn="ctr">
              <a:buNone/>
            </a:pPr>
            <a:r>
              <a:rPr lang="pt-BR" sz="8000" dirty="0">
                <a:cs typeface="Arial" panose="020B0604020202020204" pitchFamily="34" charset="0"/>
              </a:rPr>
              <a:t>Segue a Frida </a:t>
            </a:r>
            <a:r>
              <a:rPr lang="pt-BR" sz="8000" dirty="0">
                <a:solidFill>
                  <a:srgbClr val="FF0000"/>
                </a:solidFill>
                <a:cs typeface="Arial" panose="020B0604020202020204" pitchFamily="34" charset="0"/>
              </a:rPr>
              <a:t>Mi</a:t>
            </a:r>
          </a:p>
        </p:txBody>
      </p:sp>
    </p:spTree>
    <p:extLst>
      <p:ext uri="{BB962C8B-B14F-4D97-AF65-F5344CB8AC3E}">
        <p14:creationId xmlns:p14="http://schemas.microsoft.com/office/powerpoint/2010/main" val="148798327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19D92B-2295-1B43-94F7-E40104261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18B6959-0F92-D097-1A40-EB5734B255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76673"/>
            <a:ext cx="12192000" cy="6048671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7200" dirty="0">
                <a:cs typeface="Arial" panose="020B0604020202020204" pitchFamily="34" charset="0"/>
              </a:rPr>
              <a:t>Fim de Semana </a:t>
            </a:r>
            <a:r>
              <a:rPr lang="en-US" sz="7200" dirty="0">
                <a:solidFill>
                  <a:srgbClr val="FF0000"/>
                </a:solidFill>
                <a:cs typeface="Arial" panose="020B0604020202020204" pitchFamily="34" charset="0"/>
              </a:rPr>
              <a:t>A</a:t>
            </a:r>
            <a:endParaRPr lang="pt-BR" sz="72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en-US" sz="7200" dirty="0" err="1">
                <a:cs typeface="Arial" panose="020B0604020202020204" pitchFamily="34" charset="0"/>
              </a:rPr>
              <a:t>Rosto</a:t>
            </a:r>
            <a:r>
              <a:rPr lang="en-US" sz="7200" dirty="0">
                <a:cs typeface="Arial" panose="020B0604020202020204" pitchFamily="34" charset="0"/>
              </a:rPr>
              <a:t> Desmaquiado </a:t>
            </a:r>
            <a:r>
              <a:rPr lang="en-US" sz="7200" dirty="0">
                <a:solidFill>
                  <a:srgbClr val="FF0000"/>
                </a:solidFill>
                <a:cs typeface="Arial" panose="020B0604020202020204" pitchFamily="34" charset="0"/>
              </a:rPr>
              <a:t>E</a:t>
            </a:r>
            <a:endParaRPr lang="pt-BR" sz="72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pt-BR" sz="7200" dirty="0">
                <a:cs typeface="Arial" panose="020B0604020202020204" pitchFamily="34" charset="0"/>
              </a:rPr>
              <a:t>Sem Amor Ninguém Vive </a:t>
            </a:r>
            <a:r>
              <a:rPr lang="pt-BR" sz="7200" dirty="0">
                <a:solidFill>
                  <a:srgbClr val="FF0000"/>
                </a:solidFill>
                <a:cs typeface="Arial" panose="020B0604020202020204" pitchFamily="34" charset="0"/>
              </a:rPr>
              <a:t>D</a:t>
            </a:r>
          </a:p>
          <a:p>
            <a:pPr algn="ctr">
              <a:buNone/>
            </a:pPr>
            <a:r>
              <a:rPr lang="pt-BR" sz="7200" dirty="0">
                <a:cs typeface="Arial" panose="020B0604020202020204" pitchFamily="34" charset="0"/>
              </a:rPr>
              <a:t>Alice </a:t>
            </a:r>
            <a:r>
              <a:rPr lang="pt-BR" sz="7200" dirty="0">
                <a:solidFill>
                  <a:srgbClr val="FF0000"/>
                </a:solidFill>
                <a:cs typeface="Arial" panose="020B0604020202020204" pitchFamily="34" charset="0"/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46257833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16752-B86A-5B95-1CBD-8F8A60EFA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A142D2F-9BA3-40F3-BA86-1AC08D532A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8640"/>
            <a:ext cx="12192000" cy="6048671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8000" dirty="0" err="1">
                <a:cs typeface="Arial" panose="020B0604020202020204" pitchFamily="34" charset="0"/>
              </a:rPr>
              <a:t>Moreninha</a:t>
            </a:r>
            <a:r>
              <a:rPr lang="en-US" sz="8000" dirty="0">
                <a:cs typeface="Arial" panose="020B0604020202020204" pitchFamily="34" charset="0"/>
              </a:rPr>
              <a:t> Linda </a:t>
            </a:r>
            <a:r>
              <a:rPr lang="en-US" sz="8000" dirty="0">
                <a:solidFill>
                  <a:srgbClr val="FF0000"/>
                </a:solidFill>
                <a:cs typeface="Arial" panose="020B0604020202020204" pitchFamily="34" charset="0"/>
              </a:rPr>
              <a:t>F</a:t>
            </a:r>
            <a:endParaRPr lang="pt-BR" sz="8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en-US" sz="8000" dirty="0">
                <a:cs typeface="Arial" panose="020B0604020202020204" pitchFamily="34" charset="0"/>
              </a:rPr>
              <a:t>Se a Casa </a:t>
            </a:r>
            <a:r>
              <a:rPr lang="en-US" sz="8000" dirty="0" err="1">
                <a:cs typeface="Arial" panose="020B0604020202020204" pitchFamily="34" charset="0"/>
              </a:rPr>
              <a:t>Cair</a:t>
            </a:r>
            <a:r>
              <a:rPr lang="en-US" sz="8000" dirty="0">
                <a:cs typeface="Arial" panose="020B0604020202020204" pitchFamily="34" charset="0"/>
              </a:rPr>
              <a:t> </a:t>
            </a:r>
            <a:r>
              <a:rPr lang="en-US" sz="8000" dirty="0">
                <a:solidFill>
                  <a:srgbClr val="FF0000"/>
                </a:solidFill>
                <a:cs typeface="Arial" panose="020B0604020202020204" pitchFamily="34" charset="0"/>
              </a:rPr>
              <a:t>G</a:t>
            </a:r>
            <a:endParaRPr lang="pt-BR" sz="8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pt-BR" sz="8000" dirty="0">
                <a:cs typeface="Arial" panose="020B0604020202020204" pitchFamily="34" charset="0"/>
              </a:rPr>
              <a:t>Mulher Chorona </a:t>
            </a:r>
            <a:r>
              <a:rPr lang="pt-BR" sz="8000" dirty="0">
                <a:solidFill>
                  <a:srgbClr val="FF0000"/>
                </a:solidFill>
                <a:cs typeface="Arial" panose="020B0604020202020204" pitchFamily="34" charset="0"/>
              </a:rPr>
              <a:t>E</a:t>
            </a:r>
          </a:p>
          <a:p>
            <a:pPr algn="ctr">
              <a:buNone/>
            </a:pPr>
            <a:r>
              <a:rPr lang="pt-BR" sz="8000" dirty="0">
                <a:cs typeface="Arial" panose="020B0604020202020204" pitchFamily="34" charset="0"/>
              </a:rPr>
              <a:t>Sola da Bota </a:t>
            </a:r>
            <a:r>
              <a:rPr lang="pt-BR" sz="8000" dirty="0">
                <a:solidFill>
                  <a:srgbClr val="FF0000"/>
                </a:solidFill>
                <a:cs typeface="Arial" panose="020B0604020202020204" pitchFamily="34" charset="0"/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37497116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3A11BF-6460-5853-F301-118DF3A0D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ABBADB7-6E0C-E2AF-E6E0-7C3CBCC732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76673"/>
            <a:ext cx="12192000" cy="6048671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9000" dirty="0" err="1">
                <a:cs typeface="Arial" panose="020B0604020202020204" pitchFamily="34" charset="0"/>
              </a:rPr>
              <a:t>Pintou</a:t>
            </a:r>
            <a:r>
              <a:rPr lang="en-US" sz="9000" dirty="0">
                <a:cs typeface="Arial" panose="020B0604020202020204" pitchFamily="34" charset="0"/>
              </a:rPr>
              <a:t> </a:t>
            </a:r>
            <a:r>
              <a:rPr lang="en-US" sz="9000" dirty="0" err="1">
                <a:cs typeface="Arial" panose="020B0604020202020204" pitchFamily="34" charset="0"/>
              </a:rPr>
              <a:t>uma</a:t>
            </a:r>
            <a:r>
              <a:rPr lang="en-US" sz="9000" dirty="0">
                <a:cs typeface="Arial" panose="020B0604020202020204" pitchFamily="34" charset="0"/>
              </a:rPr>
              <a:t> Paixão </a:t>
            </a:r>
            <a:r>
              <a:rPr lang="en-US" sz="9000" dirty="0">
                <a:solidFill>
                  <a:srgbClr val="FF0000"/>
                </a:solidFill>
                <a:cs typeface="Arial" panose="020B0604020202020204" pitchFamily="34" charset="0"/>
              </a:rPr>
              <a:t>Sol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en-US" sz="9000" dirty="0">
                <a:cs typeface="Arial" panose="020B0604020202020204" pitchFamily="34" charset="0"/>
              </a:rPr>
              <a:t>Algo me Diz </a:t>
            </a:r>
            <a:r>
              <a:rPr lang="en-US" sz="9000" dirty="0">
                <a:solidFill>
                  <a:srgbClr val="FF0000"/>
                </a:solidFill>
                <a:cs typeface="Arial" panose="020B0604020202020204" pitchFamily="34" charset="0"/>
              </a:rPr>
              <a:t>Fa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pt-BR" sz="9000" dirty="0">
                <a:cs typeface="Arial" panose="020B0604020202020204" pitchFamily="34" charset="0"/>
              </a:rPr>
              <a:t>Ele te Trai </a:t>
            </a:r>
            <a:r>
              <a:rPr lang="pt-BR" sz="9000" dirty="0">
                <a:solidFill>
                  <a:srgbClr val="FF0000"/>
                </a:solidFill>
                <a:cs typeface="Arial" panose="020B0604020202020204" pitchFamily="34" charset="0"/>
              </a:rPr>
              <a:t>Sol</a:t>
            </a:r>
          </a:p>
        </p:txBody>
      </p:sp>
    </p:spTree>
    <p:extLst>
      <p:ext uri="{BB962C8B-B14F-4D97-AF65-F5344CB8AC3E}">
        <p14:creationId xmlns:p14="http://schemas.microsoft.com/office/powerpoint/2010/main" val="215344672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54DB8-9873-F87A-4858-EDE784947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BE3D7BD-FCF2-4BF7-6DD9-614F0EE03B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344" y="1592796"/>
            <a:ext cx="11809312" cy="3672407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8000" dirty="0">
                <a:cs typeface="Arial" panose="020B0604020202020204" pitchFamily="34" charset="0"/>
              </a:rPr>
              <a:t>25 Anos </a:t>
            </a:r>
            <a:r>
              <a:rPr lang="en-US" sz="8000" dirty="0">
                <a:solidFill>
                  <a:srgbClr val="FF0000"/>
                </a:solidFill>
                <a:cs typeface="Arial" panose="020B0604020202020204" pitchFamily="34" charset="0"/>
              </a:rPr>
              <a:t>Sib</a:t>
            </a:r>
            <a:endParaRPr lang="pt-BR" sz="8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en-US" sz="8000" dirty="0">
                <a:cs typeface="Arial" panose="020B0604020202020204" pitchFamily="34" charset="0"/>
              </a:rPr>
              <a:t>Isabela </a:t>
            </a:r>
            <a:r>
              <a:rPr lang="en-US" sz="8000" dirty="0">
                <a:solidFill>
                  <a:srgbClr val="FF0000"/>
                </a:solidFill>
                <a:cs typeface="Arial" panose="020B0604020202020204" pitchFamily="34" charset="0"/>
              </a:rPr>
              <a:t>Fa</a:t>
            </a:r>
            <a:endParaRPr lang="pt-BR" sz="8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417244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6BAC98-51A4-EFF7-C53E-02AC85604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CE7C43D-F11E-267E-2471-C8F6AF959F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76673"/>
            <a:ext cx="12192000" cy="6048671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9000" dirty="0" err="1">
                <a:cs typeface="Arial" panose="020B0604020202020204" pitchFamily="34" charset="0"/>
              </a:rPr>
              <a:t>Lembranças</a:t>
            </a:r>
            <a:r>
              <a:rPr lang="en-US" sz="9000" dirty="0">
                <a:cs typeface="Arial" panose="020B0604020202020204" pitchFamily="34" charset="0"/>
              </a:rPr>
              <a:t> </a:t>
            </a:r>
            <a:r>
              <a:rPr lang="en-US" sz="9000" dirty="0">
                <a:solidFill>
                  <a:srgbClr val="FF0000"/>
                </a:solidFill>
                <a:cs typeface="Arial" panose="020B0604020202020204" pitchFamily="34" charset="0"/>
              </a:rPr>
              <a:t>F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en-US" sz="9000" dirty="0">
                <a:cs typeface="Arial" panose="020B0604020202020204" pitchFamily="34" charset="0"/>
              </a:rPr>
              <a:t>Estrada da Vida </a:t>
            </a:r>
            <a:r>
              <a:rPr lang="en-US" sz="9000" dirty="0">
                <a:solidFill>
                  <a:srgbClr val="FF0000"/>
                </a:solidFill>
                <a:cs typeface="Arial" panose="020B0604020202020204" pitchFamily="34" charset="0"/>
              </a:rPr>
              <a:t>Bb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pt-BR" sz="9000" dirty="0">
                <a:cs typeface="Arial" panose="020B0604020202020204" pitchFamily="34" charset="0"/>
              </a:rPr>
              <a:t>Assino com X </a:t>
            </a:r>
            <a:r>
              <a:rPr lang="pt-BR" sz="9000" dirty="0">
                <a:solidFill>
                  <a:srgbClr val="FF0000"/>
                </a:solidFill>
                <a:cs typeface="Arial" panose="020B0604020202020204" pitchFamily="34" charset="0"/>
              </a:rPr>
              <a:t>Bb</a:t>
            </a:r>
          </a:p>
        </p:txBody>
      </p:sp>
    </p:spTree>
    <p:extLst>
      <p:ext uri="{BB962C8B-B14F-4D97-AF65-F5344CB8AC3E}">
        <p14:creationId xmlns:p14="http://schemas.microsoft.com/office/powerpoint/2010/main" val="241654687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D51B6-85B4-16DB-9D98-99B6711A90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DF2A267-D205-6F0F-B04C-50F13615CA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76673"/>
            <a:ext cx="12192000" cy="6048671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9000" dirty="0" err="1">
                <a:cs typeface="Arial" panose="020B0604020202020204" pitchFamily="34" charset="0"/>
              </a:rPr>
              <a:t>Querência</a:t>
            </a:r>
            <a:r>
              <a:rPr lang="en-US" sz="9000" dirty="0">
                <a:cs typeface="Arial" panose="020B0604020202020204" pitchFamily="34" charset="0"/>
              </a:rPr>
              <a:t> Amada </a:t>
            </a:r>
            <a:r>
              <a:rPr lang="en-US" sz="9000" dirty="0">
                <a:solidFill>
                  <a:srgbClr val="FF0000"/>
                </a:solidFill>
                <a:cs typeface="Arial" panose="020B0604020202020204" pitchFamily="34" charset="0"/>
              </a:rPr>
              <a:t>E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en-US" sz="9000" dirty="0">
                <a:cs typeface="Arial" panose="020B0604020202020204" pitchFamily="34" charset="0"/>
              </a:rPr>
              <a:t>Sistema Antigo </a:t>
            </a:r>
            <a:r>
              <a:rPr lang="en-US" sz="9000" dirty="0">
                <a:solidFill>
                  <a:srgbClr val="FF0000"/>
                </a:solidFill>
                <a:cs typeface="Arial" panose="020B0604020202020204" pitchFamily="34" charset="0"/>
              </a:rPr>
              <a:t>C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pt-BR" sz="9000" dirty="0">
                <a:cs typeface="Arial" panose="020B0604020202020204" pitchFamily="34" charset="0"/>
              </a:rPr>
              <a:t>Revoltoso </a:t>
            </a:r>
            <a:r>
              <a:rPr lang="pt-BR" sz="9000" dirty="0">
                <a:solidFill>
                  <a:srgbClr val="FF0000"/>
                </a:solidFill>
                <a:cs typeface="Arial" panose="020B0604020202020204" pitchFamily="34" charset="0"/>
              </a:rPr>
              <a:t>Bb</a:t>
            </a:r>
          </a:p>
        </p:txBody>
      </p:sp>
    </p:spTree>
    <p:extLst>
      <p:ext uri="{BB962C8B-B14F-4D97-AF65-F5344CB8AC3E}">
        <p14:creationId xmlns:p14="http://schemas.microsoft.com/office/powerpoint/2010/main" val="22312671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05644-A83D-E73A-B8DC-485FFAA72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8DF05B3-5CEF-4FA2-EE8C-3577343D8A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20688"/>
            <a:ext cx="12192000" cy="6048671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8800" dirty="0">
                <a:cs typeface="Arial" panose="020B0604020202020204" pitchFamily="34" charset="0"/>
              </a:rPr>
              <a:t>Panela Velha </a:t>
            </a: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B</a:t>
            </a:r>
            <a:endParaRPr lang="pt-BR" sz="88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en-US" sz="8800" dirty="0" err="1">
                <a:cs typeface="Arial" panose="020B0604020202020204" pitchFamily="34" charset="0"/>
              </a:rPr>
              <a:t>Adeus</a:t>
            </a:r>
            <a:r>
              <a:rPr lang="en-US" sz="8800" dirty="0">
                <a:cs typeface="Arial" panose="020B0604020202020204" pitchFamily="34" charset="0"/>
              </a:rPr>
              <a:t> Mariana </a:t>
            </a: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D</a:t>
            </a:r>
            <a:endParaRPr lang="pt-BR" sz="88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pt-BR" sz="8800" dirty="0">
                <a:cs typeface="Arial" panose="020B0604020202020204" pitchFamily="34" charset="0"/>
              </a:rPr>
              <a:t>Mocinhas da Cidade </a:t>
            </a:r>
            <a:r>
              <a:rPr lang="pt-BR" sz="8800" dirty="0">
                <a:solidFill>
                  <a:srgbClr val="FF0000"/>
                </a:solidFill>
                <a:cs typeface="Arial" panose="020B0604020202020204" pitchFamily="34" charset="0"/>
              </a:rPr>
              <a:t>G</a:t>
            </a:r>
          </a:p>
        </p:txBody>
      </p:sp>
    </p:spTree>
    <p:extLst>
      <p:ext uri="{BB962C8B-B14F-4D97-AF65-F5344CB8AC3E}">
        <p14:creationId xmlns:p14="http://schemas.microsoft.com/office/powerpoint/2010/main" val="172527098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62506-EBCA-FBD3-7738-FF80B34BB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8B7029A-C08C-AD34-CE73-F71B894759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20688"/>
            <a:ext cx="12192000" cy="6048671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8800" dirty="0">
                <a:cs typeface="Arial" panose="020B0604020202020204" pitchFamily="34" charset="0"/>
              </a:rPr>
              <a:t>Nada </a:t>
            </a:r>
            <a:r>
              <a:rPr lang="en-US" sz="8800" dirty="0" err="1">
                <a:cs typeface="Arial" panose="020B0604020202020204" pitchFamily="34" charset="0"/>
              </a:rPr>
              <a:t>Mudou</a:t>
            </a:r>
            <a:r>
              <a:rPr lang="en-US" sz="8800" dirty="0">
                <a:cs typeface="Arial" panose="020B0604020202020204" pitchFamily="34" charset="0"/>
              </a:rPr>
              <a:t> </a:t>
            </a: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B</a:t>
            </a:r>
            <a:endParaRPr lang="pt-BR" sz="88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en-US" sz="8800" dirty="0">
                <a:cs typeface="Arial" panose="020B0604020202020204" pitchFamily="34" charset="0"/>
              </a:rPr>
              <a:t>Eu </a:t>
            </a:r>
            <a:r>
              <a:rPr lang="en-US" sz="8800" dirty="0" err="1">
                <a:cs typeface="Arial" panose="020B0604020202020204" pitchFamily="34" charset="0"/>
              </a:rPr>
              <a:t>Duvido</a:t>
            </a:r>
            <a:r>
              <a:rPr lang="en-US" sz="8800" dirty="0">
                <a:cs typeface="Arial" panose="020B0604020202020204" pitchFamily="34" charset="0"/>
              </a:rPr>
              <a:t> </a:t>
            </a: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D</a:t>
            </a:r>
            <a:endParaRPr lang="pt-BR" sz="88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pt-BR" sz="8800" dirty="0">
                <a:cs typeface="Arial" panose="020B0604020202020204" pitchFamily="34" charset="0"/>
              </a:rPr>
              <a:t>Isso Não é Amor </a:t>
            </a:r>
            <a:r>
              <a:rPr lang="pt-BR" sz="8800" dirty="0">
                <a:solidFill>
                  <a:srgbClr val="FF0000"/>
                </a:solidFill>
                <a:cs typeface="Arial" panose="020B0604020202020204" pitchFamily="34" charset="0"/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79236139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8C4935-97D7-A9E5-DC61-1B07C9F5B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F9EC13D-EECC-1479-6EE5-B91D1FF487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20688"/>
            <a:ext cx="12192000" cy="6048671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8800" dirty="0">
                <a:cs typeface="Arial" panose="020B0604020202020204" pitchFamily="34" charset="0"/>
              </a:rPr>
              <a:t>As </a:t>
            </a:r>
            <a:r>
              <a:rPr lang="en-US" sz="8800" dirty="0" err="1">
                <a:cs typeface="Arial" panose="020B0604020202020204" pitchFamily="34" charset="0"/>
              </a:rPr>
              <a:t>Andorinhas</a:t>
            </a:r>
            <a:r>
              <a:rPr lang="en-US" sz="8800" dirty="0">
                <a:cs typeface="Arial" panose="020B0604020202020204" pitchFamily="34" charset="0"/>
              </a:rPr>
              <a:t> </a:t>
            </a: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G</a:t>
            </a:r>
            <a:endParaRPr lang="pt-BR" sz="88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en-US" sz="8800" dirty="0" err="1">
                <a:cs typeface="Arial" panose="020B0604020202020204" pitchFamily="34" charset="0"/>
              </a:rPr>
              <a:t>Fuscão</a:t>
            </a:r>
            <a:r>
              <a:rPr lang="en-US" sz="8800" dirty="0">
                <a:cs typeface="Arial" panose="020B0604020202020204" pitchFamily="34" charset="0"/>
              </a:rPr>
              <a:t> Preto </a:t>
            </a: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G</a:t>
            </a:r>
            <a:endParaRPr lang="pt-BR" sz="88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pt-BR" sz="8800" dirty="0">
                <a:cs typeface="Arial" panose="020B0604020202020204" pitchFamily="34" charset="0"/>
              </a:rPr>
              <a:t>O Que Tem a Rosa </a:t>
            </a:r>
            <a:r>
              <a:rPr lang="pt-BR" sz="8800" dirty="0">
                <a:solidFill>
                  <a:srgbClr val="FF0000"/>
                </a:solidFill>
                <a:cs typeface="Arial" panose="020B0604020202020204" pitchFamily="34" charset="0"/>
              </a:rPr>
              <a:t>G</a:t>
            </a:r>
          </a:p>
        </p:txBody>
      </p:sp>
    </p:spTree>
    <p:extLst>
      <p:ext uri="{BB962C8B-B14F-4D97-AF65-F5344CB8AC3E}">
        <p14:creationId xmlns:p14="http://schemas.microsoft.com/office/powerpoint/2010/main" val="418941867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3A5346-2F7A-B6E2-30A1-D9ABEBB6F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7A33DB7-C32C-9C68-BDDC-5601E47D8E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12" y="0"/>
            <a:ext cx="12192000" cy="6858000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4800" dirty="0">
                <a:cs typeface="Arial" panose="020B0604020202020204" pitchFamily="34" charset="0"/>
              </a:rPr>
              <a:t>Whisky a </a:t>
            </a:r>
            <a:r>
              <a:rPr lang="en-US" sz="4800" dirty="0" err="1">
                <a:cs typeface="Arial" panose="020B0604020202020204" pitchFamily="34" charset="0"/>
              </a:rPr>
              <a:t>gogo</a:t>
            </a:r>
            <a:r>
              <a:rPr lang="en-US" sz="4800" dirty="0">
                <a:cs typeface="Arial" panose="020B0604020202020204" pitchFamily="34" charset="0"/>
              </a:rPr>
              <a:t> </a:t>
            </a:r>
            <a:r>
              <a:rPr lang="en-US" sz="4800" dirty="0">
                <a:solidFill>
                  <a:srgbClr val="FF0000"/>
                </a:solidFill>
                <a:cs typeface="Arial" panose="020B0604020202020204" pitchFamily="34" charset="0"/>
              </a:rPr>
              <a:t>D</a:t>
            </a:r>
            <a:endParaRPr lang="pt-BR" sz="48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en-US" sz="4800" dirty="0">
                <a:cs typeface="Arial" panose="020B0604020202020204" pitchFamily="34" charset="0"/>
              </a:rPr>
              <a:t>Ana Julia </a:t>
            </a:r>
            <a:r>
              <a:rPr lang="en-US" sz="4800" dirty="0">
                <a:solidFill>
                  <a:srgbClr val="FF0000"/>
                </a:solidFill>
                <a:cs typeface="Arial" panose="020B0604020202020204" pitchFamily="34" charset="0"/>
              </a:rPr>
              <a:t>E</a:t>
            </a:r>
            <a:endParaRPr lang="pt-BR" sz="48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pt-BR" sz="4800" dirty="0">
                <a:cs typeface="Arial" panose="020B0604020202020204" pitchFamily="34" charset="0"/>
              </a:rPr>
              <a:t>Roda </a:t>
            </a:r>
            <a:r>
              <a:rPr lang="pt-BR" sz="4800" dirty="0" err="1">
                <a:cs typeface="Arial" panose="020B0604020202020204" pitchFamily="34" charset="0"/>
              </a:rPr>
              <a:t>Roda</a:t>
            </a:r>
            <a:r>
              <a:rPr lang="pt-BR" sz="4800" dirty="0">
                <a:cs typeface="Arial" panose="020B0604020202020204" pitchFamily="34" charset="0"/>
              </a:rPr>
              <a:t> Vira </a:t>
            </a:r>
            <a:r>
              <a:rPr lang="pt-BR" sz="4800" dirty="0">
                <a:solidFill>
                  <a:srgbClr val="FF0000"/>
                </a:solidFill>
                <a:cs typeface="Arial" panose="020B0604020202020204" pitchFamily="34" charset="0"/>
              </a:rPr>
              <a:t>E</a:t>
            </a:r>
          </a:p>
          <a:p>
            <a:pPr algn="ctr">
              <a:buNone/>
            </a:pPr>
            <a:r>
              <a:rPr lang="en-US" sz="4800" dirty="0">
                <a:cs typeface="Arial" panose="020B0604020202020204" pitchFamily="34" charset="0"/>
              </a:rPr>
              <a:t>Chopis </a:t>
            </a:r>
            <a:r>
              <a:rPr lang="en-US" sz="4800" dirty="0" err="1">
                <a:cs typeface="Arial" panose="020B0604020202020204" pitchFamily="34" charset="0"/>
              </a:rPr>
              <a:t>Centis</a:t>
            </a:r>
            <a:r>
              <a:rPr lang="en-US" sz="4800" dirty="0">
                <a:cs typeface="Arial" panose="020B0604020202020204" pitchFamily="34" charset="0"/>
              </a:rPr>
              <a:t> </a:t>
            </a:r>
            <a:r>
              <a:rPr lang="en-US" sz="4800" dirty="0">
                <a:solidFill>
                  <a:srgbClr val="FF0000"/>
                </a:solidFill>
                <a:cs typeface="Arial" panose="020B0604020202020204" pitchFamily="34" charset="0"/>
              </a:rPr>
              <a:t>D</a:t>
            </a:r>
            <a:endParaRPr lang="pt-BR" sz="48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en-US" sz="4800" dirty="0">
                <a:cs typeface="Arial" panose="020B0604020202020204" pitchFamily="34" charset="0"/>
              </a:rPr>
              <a:t>Só </a:t>
            </a:r>
            <a:r>
              <a:rPr lang="en-US" sz="4800" dirty="0" err="1">
                <a:cs typeface="Arial" panose="020B0604020202020204" pitchFamily="34" charset="0"/>
              </a:rPr>
              <a:t>uma</a:t>
            </a:r>
            <a:r>
              <a:rPr lang="en-US" sz="4800" dirty="0">
                <a:cs typeface="Arial" panose="020B0604020202020204" pitchFamily="34" charset="0"/>
              </a:rPr>
              <a:t> </a:t>
            </a:r>
            <a:r>
              <a:rPr lang="en-US" sz="4800" dirty="0" err="1">
                <a:cs typeface="Arial" panose="020B0604020202020204" pitchFamily="34" charset="0"/>
              </a:rPr>
              <a:t>Canção</a:t>
            </a:r>
            <a:endParaRPr lang="pt-BR" sz="48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pt-BR" sz="4800" dirty="0">
                <a:cs typeface="Arial" panose="020B0604020202020204" pitchFamily="34" charset="0"/>
              </a:rPr>
              <a:t>A sua maneira </a:t>
            </a:r>
            <a:r>
              <a:rPr lang="pt-BR" sz="4800" dirty="0">
                <a:solidFill>
                  <a:srgbClr val="FF0000"/>
                </a:solidFill>
                <a:cs typeface="Arial" panose="020B0604020202020204" pitchFamily="34" charset="0"/>
              </a:rPr>
              <a:t>G</a:t>
            </a:r>
          </a:p>
          <a:p>
            <a:pPr algn="ctr">
              <a:buNone/>
            </a:pPr>
            <a:r>
              <a:rPr lang="pt-BR" sz="4800" dirty="0" err="1">
                <a:cs typeface="Arial" panose="020B0604020202020204" pitchFamily="34" charset="0"/>
              </a:rPr>
              <a:t>Brasilia</a:t>
            </a:r>
            <a:r>
              <a:rPr lang="pt-BR" sz="4800" dirty="0">
                <a:cs typeface="Arial" panose="020B0604020202020204" pitchFamily="34" charset="0"/>
              </a:rPr>
              <a:t> Amarela </a:t>
            </a:r>
            <a:r>
              <a:rPr lang="pt-BR" sz="4800" dirty="0">
                <a:solidFill>
                  <a:srgbClr val="FF0000"/>
                </a:solidFill>
                <a:cs typeface="Arial" panose="020B0604020202020204" pitchFamily="34" charset="0"/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406017249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932220-304C-7120-64F0-7AF93B826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1458B50-0AB2-F992-CC5E-E69009D62F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404" y="2582906"/>
            <a:ext cx="10729192" cy="1692188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9600" dirty="0">
                <a:cs typeface="Arial" panose="020B0604020202020204" pitchFamily="34" charset="0"/>
              </a:rPr>
              <a:t>Whisky a </a:t>
            </a:r>
            <a:r>
              <a:rPr lang="en-US" sz="9600" dirty="0" err="1">
                <a:cs typeface="Arial" panose="020B0604020202020204" pitchFamily="34" charset="0"/>
              </a:rPr>
              <a:t>gogo</a:t>
            </a:r>
            <a:r>
              <a:rPr lang="en-US" sz="9600" dirty="0">
                <a:cs typeface="Arial" panose="020B0604020202020204" pitchFamily="34" charset="0"/>
              </a:rPr>
              <a:t> </a:t>
            </a:r>
            <a:r>
              <a:rPr lang="en-US" sz="9600" dirty="0">
                <a:solidFill>
                  <a:srgbClr val="FF0000"/>
                </a:solidFill>
                <a:cs typeface="Arial" panose="020B0604020202020204" pitchFamily="34" charset="0"/>
              </a:rPr>
              <a:t>D</a:t>
            </a:r>
            <a:endParaRPr lang="pt-BR" sz="96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574399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CF6D0A-9C29-08AF-8419-674B47845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92EFC49-6877-52E8-B6FD-390FC62E34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404" y="2582906"/>
            <a:ext cx="10729192" cy="1692188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9600" dirty="0">
                <a:cs typeface="Arial" panose="020B0604020202020204" pitchFamily="34" charset="0"/>
              </a:rPr>
              <a:t>Ana Julia </a:t>
            </a:r>
            <a:r>
              <a:rPr lang="en-US" sz="9600" dirty="0">
                <a:solidFill>
                  <a:srgbClr val="FF0000"/>
                </a:solidFill>
                <a:cs typeface="Arial" panose="020B0604020202020204" pitchFamily="34" charset="0"/>
              </a:rPr>
              <a:t>E</a:t>
            </a:r>
            <a:endParaRPr lang="pt-BR" sz="96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074080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A73A51-16D2-BFEF-7F17-B96D0CBF1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E94FBDB-DD37-0509-A6DD-5009EF3F1A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404" y="2582906"/>
            <a:ext cx="10729192" cy="1692188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pt-BR" sz="9600" dirty="0">
                <a:cs typeface="Arial" panose="020B0604020202020204" pitchFamily="34" charset="0"/>
              </a:rPr>
              <a:t>Roda </a:t>
            </a:r>
            <a:r>
              <a:rPr lang="pt-BR" sz="9600" dirty="0" err="1">
                <a:cs typeface="Arial" panose="020B0604020202020204" pitchFamily="34" charset="0"/>
              </a:rPr>
              <a:t>Roda</a:t>
            </a:r>
            <a:r>
              <a:rPr lang="pt-BR" sz="9600" dirty="0">
                <a:cs typeface="Arial" panose="020B0604020202020204" pitchFamily="34" charset="0"/>
              </a:rPr>
              <a:t> Vira </a:t>
            </a:r>
            <a:r>
              <a:rPr lang="pt-BR" sz="9600" dirty="0">
                <a:solidFill>
                  <a:srgbClr val="FF0000"/>
                </a:solidFill>
                <a:cs typeface="Arial" panose="020B0604020202020204" pitchFamily="34" charset="0"/>
              </a:rPr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419731507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4C6BBA-D3C4-26A3-C5C7-C1D613331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6E382C3-C21A-8E1E-E0A5-5CDF1CD4AC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404" y="2582906"/>
            <a:ext cx="10729192" cy="1692188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9600" dirty="0">
                <a:cs typeface="Arial" panose="020B0604020202020204" pitchFamily="34" charset="0"/>
              </a:rPr>
              <a:t>Chopis Centis </a:t>
            </a:r>
            <a:r>
              <a:rPr lang="en-US" sz="9600" dirty="0">
                <a:solidFill>
                  <a:srgbClr val="FF0000"/>
                </a:solidFill>
                <a:cs typeface="Arial" panose="020B0604020202020204" pitchFamily="34" charset="0"/>
              </a:rPr>
              <a:t>D</a:t>
            </a:r>
            <a:endParaRPr lang="pt-BR" sz="96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048745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28EF9F-13F0-6185-1370-0F67A9450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6ACBB56-E26E-392A-D8DB-E6660212CB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404" y="2582906"/>
            <a:ext cx="10729192" cy="1692188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9600" dirty="0">
                <a:cs typeface="Arial" panose="020B0604020202020204" pitchFamily="34" charset="0"/>
              </a:rPr>
              <a:t>Só </a:t>
            </a:r>
            <a:r>
              <a:rPr lang="en-US" sz="9600" dirty="0" err="1">
                <a:cs typeface="Arial" panose="020B0604020202020204" pitchFamily="34" charset="0"/>
              </a:rPr>
              <a:t>uma</a:t>
            </a:r>
            <a:r>
              <a:rPr lang="en-US" sz="9600" dirty="0">
                <a:cs typeface="Arial" panose="020B0604020202020204" pitchFamily="34" charset="0"/>
              </a:rPr>
              <a:t> </a:t>
            </a:r>
            <a:r>
              <a:rPr lang="en-US" sz="9600" dirty="0" err="1">
                <a:cs typeface="Arial" panose="020B0604020202020204" pitchFamily="34" charset="0"/>
              </a:rPr>
              <a:t>Canção</a:t>
            </a:r>
            <a:endParaRPr lang="pt-BR" sz="96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336494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FBBCC3-FD39-39FE-7CDD-E627C4C86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51A2113-968D-8515-C3F5-A892FFC44F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404" y="2582906"/>
            <a:ext cx="10729192" cy="1692188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pt-BR" sz="9600" dirty="0">
                <a:cs typeface="Arial" panose="020B0604020202020204" pitchFamily="34" charset="0"/>
              </a:rPr>
              <a:t>A sua maneira </a:t>
            </a:r>
            <a:r>
              <a:rPr lang="pt-BR" sz="9600" dirty="0">
                <a:solidFill>
                  <a:srgbClr val="FF0000"/>
                </a:solidFill>
                <a:cs typeface="Arial" panose="020B0604020202020204" pitchFamily="34" charset="0"/>
              </a:rPr>
              <a:t>G</a:t>
            </a:r>
          </a:p>
        </p:txBody>
      </p:sp>
    </p:spTree>
    <p:extLst>
      <p:ext uri="{BB962C8B-B14F-4D97-AF65-F5344CB8AC3E}">
        <p14:creationId xmlns:p14="http://schemas.microsoft.com/office/powerpoint/2010/main" val="263709625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20A43D-3E96-9E0F-EF05-B1BF0C570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0F8CE23-9D90-DCD9-C2D6-7E6D9FC757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404" y="2582906"/>
            <a:ext cx="10729192" cy="1692188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pt-BR" sz="9600" dirty="0" err="1">
                <a:cs typeface="Arial" panose="020B0604020202020204" pitchFamily="34" charset="0"/>
              </a:rPr>
              <a:t>Brasilia</a:t>
            </a:r>
            <a:r>
              <a:rPr lang="pt-BR" sz="9600" dirty="0">
                <a:cs typeface="Arial" panose="020B0604020202020204" pitchFamily="34" charset="0"/>
              </a:rPr>
              <a:t> Amarela </a:t>
            </a:r>
            <a:r>
              <a:rPr lang="pt-BR" sz="9600" dirty="0">
                <a:solidFill>
                  <a:srgbClr val="FF0000"/>
                </a:solidFill>
                <a:cs typeface="Arial" panose="020B0604020202020204" pitchFamily="34" charset="0"/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37839508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79B5E-51D5-CC6F-C103-505EE3493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BE6D060-6F7A-F4C1-D2E4-0F06598530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1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7200" dirty="0" err="1">
                <a:cs typeface="Arial" panose="020B0604020202020204" pitchFamily="34" charset="0"/>
              </a:rPr>
              <a:t>Alambique</a:t>
            </a:r>
            <a:r>
              <a:rPr lang="en-US" sz="7200" dirty="0">
                <a:cs typeface="Arial" panose="020B0604020202020204" pitchFamily="34" charset="0"/>
              </a:rPr>
              <a:t> </a:t>
            </a:r>
            <a:r>
              <a:rPr lang="en-US" sz="7200" dirty="0">
                <a:solidFill>
                  <a:srgbClr val="FF0000"/>
                </a:solidFill>
                <a:cs typeface="Arial" panose="020B0604020202020204" pitchFamily="34" charset="0"/>
              </a:rPr>
              <a:t>Mi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7200" dirty="0">
                <a:cs typeface="Arial" panose="020B0604020202020204" pitchFamily="34" charset="0"/>
              </a:rPr>
              <a:t>Pode </a:t>
            </a:r>
            <a:r>
              <a:rPr lang="en-US" sz="7200" dirty="0" err="1">
                <a:cs typeface="Arial" panose="020B0604020202020204" pitchFamily="34" charset="0"/>
              </a:rPr>
              <a:t>Passar</a:t>
            </a:r>
            <a:r>
              <a:rPr lang="en-US" sz="7200" dirty="0">
                <a:cs typeface="Arial" panose="020B0604020202020204" pitchFamily="34" charset="0"/>
              </a:rPr>
              <a:t> o Rodo </a:t>
            </a:r>
            <a:r>
              <a:rPr lang="en-US" sz="7200" dirty="0">
                <a:solidFill>
                  <a:srgbClr val="FF0000"/>
                </a:solidFill>
                <a:cs typeface="Arial" panose="020B0604020202020204" pitchFamily="34" charset="0"/>
              </a:rPr>
              <a:t>Sib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7200" dirty="0" err="1">
                <a:cs typeface="Arial" panose="020B0604020202020204" pitchFamily="34" charset="0"/>
              </a:rPr>
              <a:t>Sofro</a:t>
            </a:r>
            <a:r>
              <a:rPr lang="en-US" sz="7200" dirty="0">
                <a:cs typeface="Arial" panose="020B0604020202020204" pitchFamily="34" charset="0"/>
              </a:rPr>
              <a:t> e Choro </a:t>
            </a:r>
            <a:r>
              <a:rPr lang="en-US" sz="7200" dirty="0" err="1">
                <a:solidFill>
                  <a:srgbClr val="FF0000"/>
                </a:solidFill>
                <a:cs typeface="Arial" panose="020B0604020202020204" pitchFamily="34" charset="0"/>
              </a:rPr>
              <a:t>Ré</a:t>
            </a:r>
            <a:endParaRPr lang="pt-BR" sz="72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lnSpc>
                <a:spcPct val="100000"/>
              </a:lnSpc>
              <a:buNone/>
            </a:pPr>
            <a:endParaRPr lang="pt-BR" sz="8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731147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AD9F0-B35F-2D15-A508-D4F12D91CD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54091D0-D195-F876-EF51-4B0F6242B7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2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7200" dirty="0"/>
              <a:t>Amor </a:t>
            </a:r>
            <a:r>
              <a:rPr lang="pt-BR" sz="7200" dirty="0" err="1"/>
              <a:t>Carrapixo</a:t>
            </a:r>
            <a:r>
              <a:rPr lang="pt-BR" sz="7200" dirty="0"/>
              <a:t> </a:t>
            </a:r>
            <a:r>
              <a:rPr lang="pt-BR" sz="7200" dirty="0" err="1">
                <a:solidFill>
                  <a:srgbClr val="FF0000"/>
                </a:solidFill>
              </a:rPr>
              <a:t>Mib</a:t>
            </a:r>
            <a:br>
              <a:rPr lang="pt-BR" sz="7200" dirty="0"/>
            </a:br>
            <a:r>
              <a:rPr lang="pt-BR" sz="7200" dirty="0"/>
              <a:t>Casa Cair </a:t>
            </a:r>
            <a:r>
              <a:rPr lang="pt-BR" sz="7200" dirty="0">
                <a:solidFill>
                  <a:srgbClr val="FF0000"/>
                </a:solidFill>
              </a:rPr>
              <a:t>Sol</a:t>
            </a:r>
            <a:br>
              <a:rPr lang="pt-BR" sz="7200" dirty="0"/>
            </a:br>
            <a:r>
              <a:rPr lang="pt-BR" sz="7200" dirty="0"/>
              <a:t>Sola Da Bota </a:t>
            </a:r>
            <a:r>
              <a:rPr lang="pt-BR" sz="7200" dirty="0">
                <a:solidFill>
                  <a:srgbClr val="FF0000"/>
                </a:solidFill>
              </a:rPr>
              <a:t>La</a:t>
            </a:r>
            <a:br>
              <a:rPr lang="pt-BR" sz="7200" dirty="0"/>
            </a:br>
            <a:r>
              <a:rPr lang="pt-BR" sz="7200" dirty="0"/>
              <a:t>Garagem Da Vizinha </a:t>
            </a:r>
            <a:r>
              <a:rPr lang="pt-BR" sz="7200" dirty="0">
                <a:solidFill>
                  <a:srgbClr val="FF0000"/>
                </a:solidFill>
              </a:rPr>
              <a:t>Do</a:t>
            </a:r>
            <a:endParaRPr lang="pt-BR" sz="8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957078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C7A167-C098-6DE2-837D-3E66E2447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9EE4D5B-4F39-DB7A-9AFE-865775B1E0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3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7200" dirty="0">
                <a:cs typeface="Arial" panose="020B0604020202020204" pitchFamily="34" charset="0"/>
              </a:rPr>
              <a:t>Barco do Amor </a:t>
            </a:r>
            <a:r>
              <a:rPr lang="en-US" sz="7200" dirty="0">
                <a:solidFill>
                  <a:srgbClr val="FF0000"/>
                </a:solidFill>
                <a:cs typeface="Arial" panose="020B0604020202020204" pitchFamily="34" charset="0"/>
              </a:rPr>
              <a:t>Fa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7200" dirty="0">
                <a:cs typeface="Arial" panose="020B0604020202020204" pitchFamily="34" charset="0"/>
              </a:rPr>
              <a:t>Sem Amor </a:t>
            </a:r>
            <a:r>
              <a:rPr lang="en-US" sz="7200" dirty="0" err="1">
                <a:cs typeface="Arial" panose="020B0604020202020204" pitchFamily="34" charset="0"/>
              </a:rPr>
              <a:t>Ningém</a:t>
            </a:r>
            <a:r>
              <a:rPr lang="en-US" sz="7200" dirty="0">
                <a:cs typeface="Arial" panose="020B0604020202020204" pitchFamily="34" charset="0"/>
              </a:rPr>
              <a:t> </a:t>
            </a:r>
            <a:r>
              <a:rPr lang="en-US" sz="7200" dirty="0" err="1">
                <a:cs typeface="Arial" panose="020B0604020202020204" pitchFamily="34" charset="0"/>
              </a:rPr>
              <a:t>Vive</a:t>
            </a:r>
            <a:r>
              <a:rPr lang="en-US" sz="7200" dirty="0">
                <a:cs typeface="Arial" panose="020B0604020202020204" pitchFamily="34" charset="0"/>
              </a:rPr>
              <a:t> </a:t>
            </a:r>
            <a:r>
              <a:rPr lang="en-US" sz="7200" dirty="0" err="1">
                <a:solidFill>
                  <a:srgbClr val="FF0000"/>
                </a:solidFill>
                <a:cs typeface="Arial" panose="020B0604020202020204" pitchFamily="34" charset="0"/>
              </a:rPr>
              <a:t>Ré</a:t>
            </a:r>
            <a:endParaRPr lang="en-US" sz="72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7200" dirty="0" err="1">
                <a:cs typeface="Arial" panose="020B0604020202020204" pitchFamily="34" charset="0"/>
              </a:rPr>
              <a:t>Rosto</a:t>
            </a:r>
            <a:r>
              <a:rPr lang="en-US" sz="7200" dirty="0">
                <a:cs typeface="Arial" panose="020B0604020202020204" pitchFamily="34" charset="0"/>
              </a:rPr>
              <a:t> Desmaquiado </a:t>
            </a:r>
            <a:r>
              <a:rPr lang="en-US" sz="7200" dirty="0">
                <a:solidFill>
                  <a:srgbClr val="FF0000"/>
                </a:solidFill>
                <a:cs typeface="Arial" panose="020B0604020202020204" pitchFamily="34" charset="0"/>
              </a:rPr>
              <a:t>Mi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7200" dirty="0">
                <a:cs typeface="Arial" panose="020B0604020202020204" pitchFamily="34" charset="0"/>
              </a:rPr>
              <a:t>Vida Cor de Rosa </a:t>
            </a:r>
            <a:r>
              <a:rPr lang="en-US" sz="7200" dirty="0" err="1">
                <a:solidFill>
                  <a:srgbClr val="FF0000"/>
                </a:solidFill>
                <a:cs typeface="Arial" panose="020B0604020202020204" pitchFamily="34" charset="0"/>
              </a:rPr>
              <a:t>Ré</a:t>
            </a:r>
            <a:endParaRPr lang="pt-BR" sz="72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lnSpc>
                <a:spcPct val="100000"/>
              </a:lnSpc>
              <a:buNone/>
            </a:pPr>
            <a:endParaRPr lang="pt-BR" sz="8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548491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7368F7-8463-5FDF-B0A7-9FD33561A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B8799B4-3B8B-F365-674E-1AA758B1EB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4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7200" dirty="0" err="1"/>
              <a:t>Barquinnha</a:t>
            </a:r>
            <a:r>
              <a:rPr lang="pt-BR" sz="7200" dirty="0"/>
              <a:t> De Ouro </a:t>
            </a:r>
            <a:r>
              <a:rPr lang="pt-BR" sz="7200" dirty="0" err="1">
                <a:solidFill>
                  <a:srgbClr val="FF0000"/>
                </a:solidFill>
              </a:rPr>
              <a:t>Fa</a:t>
            </a:r>
            <a:r>
              <a:rPr lang="pt-BR" sz="7200" dirty="0">
                <a:solidFill>
                  <a:srgbClr val="FF0000"/>
                </a:solidFill>
              </a:rPr>
              <a:t>#</a:t>
            </a:r>
            <a:br>
              <a:rPr lang="pt-BR" sz="7200" dirty="0"/>
            </a:br>
            <a:r>
              <a:rPr lang="pt-BR" sz="7200" dirty="0" err="1"/>
              <a:t>Voce</a:t>
            </a:r>
            <a:r>
              <a:rPr lang="pt-BR" sz="7200" dirty="0"/>
              <a:t> </a:t>
            </a:r>
            <a:r>
              <a:rPr lang="pt-BR" sz="7200" dirty="0" err="1"/>
              <a:t>Nao</a:t>
            </a:r>
            <a:r>
              <a:rPr lang="pt-BR" sz="7200" dirty="0"/>
              <a:t> Vale Nada </a:t>
            </a:r>
            <a:r>
              <a:rPr lang="pt-BR" sz="7200" dirty="0" err="1">
                <a:solidFill>
                  <a:srgbClr val="FF0000"/>
                </a:solidFill>
              </a:rPr>
              <a:t>SIm</a:t>
            </a:r>
            <a:br>
              <a:rPr lang="pt-BR" sz="7200" dirty="0"/>
            </a:br>
            <a:r>
              <a:rPr lang="pt-BR" sz="7200" dirty="0"/>
              <a:t>Morango Do Nordeste </a:t>
            </a:r>
            <a:r>
              <a:rPr lang="pt-BR" sz="7200" dirty="0">
                <a:solidFill>
                  <a:srgbClr val="FF0000"/>
                </a:solidFill>
              </a:rPr>
              <a:t>Do</a:t>
            </a:r>
            <a:endParaRPr lang="pt-BR" sz="8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384668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FA2F3-BC5F-E536-2A6D-037656D1C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E2BC6E7-FDE6-1691-A86C-C34065B083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5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6000" dirty="0">
                <a:cs typeface="Arial" panose="020B0604020202020204" pitchFamily="34" charset="0"/>
              </a:rPr>
              <a:t>Camisa </a:t>
            </a:r>
            <a:r>
              <a:rPr lang="en-US" sz="6000" dirty="0" err="1">
                <a:cs typeface="Arial" panose="020B0604020202020204" pitchFamily="34" charset="0"/>
              </a:rPr>
              <a:t>Manchada</a:t>
            </a:r>
            <a:r>
              <a:rPr lang="en-US" sz="6000" dirty="0">
                <a:cs typeface="Arial" panose="020B0604020202020204" pitchFamily="34" charset="0"/>
              </a:rPr>
              <a:t> </a:t>
            </a:r>
            <a:r>
              <a:rPr lang="en-US" sz="6000" dirty="0">
                <a:solidFill>
                  <a:srgbClr val="FF0000"/>
                </a:solidFill>
                <a:cs typeface="Arial" panose="020B0604020202020204" pitchFamily="34" charset="0"/>
              </a:rPr>
              <a:t>Mi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6000" dirty="0">
                <a:cs typeface="Arial" panose="020B0604020202020204" pitchFamily="34" charset="0"/>
              </a:rPr>
              <a:t>Esta Noite Como </a:t>
            </a:r>
            <a:r>
              <a:rPr lang="en-US" sz="6000" dirty="0" err="1">
                <a:cs typeface="Arial" panose="020B0604020202020204" pitchFamily="34" charset="0"/>
              </a:rPr>
              <a:t>Lembrança</a:t>
            </a:r>
            <a:r>
              <a:rPr lang="en-US" sz="6000" dirty="0">
                <a:cs typeface="Arial" panose="020B0604020202020204" pitchFamily="34" charset="0"/>
              </a:rPr>
              <a:t> </a:t>
            </a:r>
            <a:r>
              <a:rPr lang="en-US" sz="6000" dirty="0">
                <a:solidFill>
                  <a:srgbClr val="FF0000"/>
                </a:solidFill>
                <a:cs typeface="Arial" panose="020B0604020202020204" pitchFamily="34" charset="0"/>
              </a:rPr>
              <a:t>Do</a:t>
            </a:r>
            <a:endParaRPr lang="pt-BR" sz="6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lnSpc>
                <a:spcPct val="100000"/>
              </a:lnSpc>
              <a:buNone/>
            </a:pPr>
            <a:endParaRPr lang="pt-BR" sz="8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549626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1F9B04-E36D-CFC9-424B-663C997F3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70FA326-5BDF-6400-83DF-E705E9993E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6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7200" dirty="0"/>
              <a:t>Catchaqueira </a:t>
            </a:r>
            <a:r>
              <a:rPr lang="pt-BR" sz="7200" dirty="0">
                <a:solidFill>
                  <a:srgbClr val="FF0000"/>
                </a:solidFill>
              </a:rPr>
              <a:t>Sol</a:t>
            </a:r>
            <a:br>
              <a:rPr lang="pt-BR" sz="7200" dirty="0"/>
            </a:br>
            <a:r>
              <a:rPr lang="pt-BR" sz="7200" dirty="0"/>
              <a:t>Luz Da Minha Vida </a:t>
            </a:r>
            <a:r>
              <a:rPr lang="pt-BR" sz="7200" dirty="0">
                <a:solidFill>
                  <a:srgbClr val="FF0000"/>
                </a:solidFill>
              </a:rPr>
              <a:t>Sol</a:t>
            </a:r>
            <a:endParaRPr lang="pt-BR" sz="8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737480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D14050-DA13-E65F-ADC3-C6C4FE41D8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F4230CB-DDB7-2262-4B58-73E2DB8D29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7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7200" dirty="0"/>
              <a:t>Culpa é Sua </a:t>
            </a:r>
            <a:r>
              <a:rPr lang="pt-BR" sz="7200" dirty="0">
                <a:solidFill>
                  <a:srgbClr val="FF0000"/>
                </a:solidFill>
              </a:rPr>
              <a:t>Ré</a:t>
            </a:r>
            <a:br>
              <a:rPr lang="pt-BR" sz="7200" dirty="0"/>
            </a:br>
            <a:r>
              <a:rPr lang="pt-BR" sz="7200" dirty="0"/>
              <a:t>Risca Faca </a:t>
            </a:r>
            <a:r>
              <a:rPr lang="pt-BR" sz="7200" dirty="0">
                <a:solidFill>
                  <a:srgbClr val="FF0000"/>
                </a:solidFill>
              </a:rPr>
              <a:t>Sol</a:t>
            </a:r>
            <a:br>
              <a:rPr lang="pt-BR" sz="7200" dirty="0"/>
            </a:br>
            <a:r>
              <a:rPr lang="pt-BR" sz="7200" dirty="0"/>
              <a:t>Lua e a Noite </a:t>
            </a:r>
            <a:r>
              <a:rPr lang="pt-BR" sz="7200" dirty="0">
                <a:solidFill>
                  <a:srgbClr val="FF0000"/>
                </a:solidFill>
              </a:rPr>
              <a:t>Mi</a:t>
            </a:r>
            <a:endParaRPr lang="pt-BR" sz="8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747898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74F9CB-FB94-2F44-DD76-EA24F16B3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AD39500-4C53-34FC-FFED-640B4A9AC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8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6600" dirty="0"/>
              <a:t>Do Outro Lado Da Cidade </a:t>
            </a:r>
            <a:r>
              <a:rPr lang="pt-BR" sz="6600" dirty="0">
                <a:solidFill>
                  <a:srgbClr val="FF0000"/>
                </a:solidFill>
              </a:rPr>
              <a:t>Fá</a:t>
            </a:r>
            <a:br>
              <a:rPr lang="pt-BR" sz="6600" dirty="0"/>
            </a:br>
            <a:r>
              <a:rPr lang="pt-BR" sz="6600" dirty="0"/>
              <a:t>Estrada Da Vida </a:t>
            </a:r>
            <a:r>
              <a:rPr lang="pt-BR" sz="6600" dirty="0" err="1">
                <a:solidFill>
                  <a:srgbClr val="FF0000"/>
                </a:solidFill>
              </a:rPr>
              <a:t>Sib</a:t>
            </a:r>
            <a:endParaRPr lang="pt-BR" sz="66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11070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FE346A-9972-92EB-B0CD-8664C2D9F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C755BA8-088E-D120-16F8-A2B670A31D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9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7200" dirty="0">
                <a:cs typeface="Arial" panose="020B0604020202020204" pitchFamily="34" charset="0"/>
              </a:rPr>
              <a:t>Ele </a:t>
            </a:r>
            <a:r>
              <a:rPr lang="en-US" sz="7200" dirty="0" err="1">
                <a:cs typeface="Arial" panose="020B0604020202020204" pitchFamily="34" charset="0"/>
              </a:rPr>
              <a:t>te</a:t>
            </a:r>
            <a:r>
              <a:rPr lang="en-US" sz="7200" dirty="0">
                <a:cs typeface="Arial" panose="020B0604020202020204" pitchFamily="34" charset="0"/>
              </a:rPr>
              <a:t> Trai </a:t>
            </a:r>
            <a:r>
              <a:rPr lang="en-US" sz="7200" dirty="0">
                <a:solidFill>
                  <a:srgbClr val="FF0000"/>
                </a:solidFill>
                <a:cs typeface="Arial" panose="020B0604020202020204" pitchFamily="34" charset="0"/>
              </a:rPr>
              <a:t>Sol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7200" dirty="0">
                <a:cs typeface="Arial" panose="020B0604020202020204" pitchFamily="34" charset="0"/>
              </a:rPr>
              <a:t>Cama </a:t>
            </a:r>
            <a:r>
              <a:rPr lang="en-US" sz="7200" dirty="0" err="1">
                <a:cs typeface="Arial" panose="020B0604020202020204" pitchFamily="34" charset="0"/>
              </a:rPr>
              <a:t>Vazia</a:t>
            </a:r>
            <a:r>
              <a:rPr lang="en-US" sz="7200" dirty="0">
                <a:cs typeface="Arial" panose="020B0604020202020204" pitchFamily="34" charset="0"/>
              </a:rPr>
              <a:t> </a:t>
            </a:r>
            <a:r>
              <a:rPr lang="en-US" sz="7200" dirty="0">
                <a:solidFill>
                  <a:srgbClr val="FF0000"/>
                </a:solidFill>
                <a:cs typeface="Arial" panose="020B0604020202020204" pitchFamily="34" charset="0"/>
              </a:rPr>
              <a:t>Sol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7200" dirty="0">
                <a:cs typeface="Arial" panose="020B0604020202020204" pitchFamily="34" charset="0"/>
              </a:rPr>
              <a:t>Meu Ex Amor </a:t>
            </a:r>
            <a:r>
              <a:rPr lang="en-US" sz="7200" dirty="0">
                <a:solidFill>
                  <a:srgbClr val="FF0000"/>
                </a:solidFill>
                <a:cs typeface="Arial" panose="020B0604020202020204" pitchFamily="34" charset="0"/>
              </a:rPr>
              <a:t>Mi</a:t>
            </a:r>
            <a:endParaRPr lang="pt-BR" sz="72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lnSpc>
                <a:spcPct val="100000"/>
              </a:lnSpc>
              <a:buNone/>
            </a:pPr>
            <a:endParaRPr lang="pt-BR" sz="8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44044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C2C64B-6E59-4394-25F6-3DE75D148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C144AC7-7E7A-A583-23E5-B6F06606FF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10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7200" dirty="0"/>
              <a:t>Fim De Semana </a:t>
            </a:r>
            <a:r>
              <a:rPr lang="pt-BR" sz="7200" dirty="0">
                <a:solidFill>
                  <a:srgbClr val="FF0000"/>
                </a:solidFill>
              </a:rPr>
              <a:t>La</a:t>
            </a:r>
            <a:br>
              <a:rPr lang="pt-BR" sz="7200" dirty="0"/>
            </a:br>
            <a:r>
              <a:rPr lang="pt-BR" sz="7200" dirty="0"/>
              <a:t>Gosto Que Me Enrosco </a:t>
            </a:r>
            <a:r>
              <a:rPr lang="pt-BR" sz="7200" dirty="0" err="1">
                <a:solidFill>
                  <a:srgbClr val="FF0000"/>
                </a:solidFill>
              </a:rPr>
              <a:t>Mib</a:t>
            </a:r>
            <a:br>
              <a:rPr lang="pt-BR" sz="7200" dirty="0"/>
            </a:br>
            <a:r>
              <a:rPr lang="pt-BR" sz="7200" dirty="0"/>
              <a:t>Novela Das 8 </a:t>
            </a:r>
            <a:r>
              <a:rPr lang="pt-BR" sz="7200" dirty="0">
                <a:solidFill>
                  <a:srgbClr val="FF0000"/>
                </a:solidFill>
              </a:rPr>
              <a:t>Mi</a:t>
            </a:r>
            <a:endParaRPr lang="pt-BR" sz="8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683461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FC151-494E-C422-797A-C258B6432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BCA5A68-A691-1DFC-B76A-A275278AFB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11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5400" dirty="0"/>
              <a:t>Garçom </a:t>
            </a:r>
            <a:r>
              <a:rPr lang="pt-BR" sz="5400" dirty="0">
                <a:solidFill>
                  <a:srgbClr val="FF0000"/>
                </a:solidFill>
              </a:rPr>
              <a:t>La</a:t>
            </a:r>
            <a:br>
              <a:rPr lang="pt-BR" sz="5400" dirty="0"/>
            </a:br>
            <a:r>
              <a:rPr lang="pt-BR" sz="5400" dirty="0"/>
              <a:t>Ninguém Segura o Coração </a:t>
            </a:r>
            <a:r>
              <a:rPr lang="pt-BR" sz="5400" dirty="0">
                <a:solidFill>
                  <a:srgbClr val="FF0000"/>
                </a:solidFill>
              </a:rPr>
              <a:t>Do</a:t>
            </a:r>
            <a:br>
              <a:rPr lang="pt-BR" sz="5400" dirty="0"/>
            </a:br>
            <a:r>
              <a:rPr lang="pt-BR" sz="5400" dirty="0"/>
              <a:t>Misturinha </a:t>
            </a:r>
            <a:r>
              <a:rPr lang="pt-BR" sz="5400" dirty="0" err="1">
                <a:solidFill>
                  <a:srgbClr val="FF0000"/>
                </a:solidFill>
              </a:rPr>
              <a:t>Fa</a:t>
            </a:r>
            <a:br>
              <a:rPr lang="pt-BR" sz="5400" dirty="0"/>
            </a:br>
            <a:r>
              <a:rPr lang="pt-BR" sz="5400" dirty="0"/>
              <a:t>Essa Cama Eu Não Vendo </a:t>
            </a:r>
            <a:r>
              <a:rPr lang="pt-BR" sz="5400" dirty="0">
                <a:solidFill>
                  <a:srgbClr val="FF0000"/>
                </a:solidFill>
              </a:rPr>
              <a:t>La</a:t>
            </a:r>
            <a:br>
              <a:rPr lang="pt-BR" sz="5400" dirty="0"/>
            </a:br>
            <a:r>
              <a:rPr lang="pt-BR" sz="5400" dirty="0"/>
              <a:t>Preciso Te Falar </a:t>
            </a:r>
            <a:r>
              <a:rPr lang="pt-BR" sz="5400" dirty="0">
                <a:solidFill>
                  <a:srgbClr val="FF0000"/>
                </a:solidFill>
              </a:rPr>
              <a:t>La</a:t>
            </a:r>
            <a:br>
              <a:rPr lang="pt-BR" sz="5400" dirty="0"/>
            </a:br>
            <a:r>
              <a:rPr lang="pt-BR" sz="5400" dirty="0"/>
              <a:t>Flashback </a:t>
            </a:r>
            <a:r>
              <a:rPr lang="pt-BR" sz="5400" dirty="0">
                <a:solidFill>
                  <a:srgbClr val="FF0000"/>
                </a:solidFill>
              </a:rPr>
              <a:t>Mi</a:t>
            </a:r>
            <a:endParaRPr lang="pt-BR" sz="54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004077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4AE8CC-C8B1-A600-C100-3EA4EF146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3AF27D5-B5D7-7717-6A07-F624FC04DF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12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7200" dirty="0"/>
              <a:t>Guardanapo </a:t>
            </a:r>
            <a:r>
              <a:rPr lang="pt-BR" sz="7200" dirty="0" err="1">
                <a:solidFill>
                  <a:srgbClr val="FF0000"/>
                </a:solidFill>
              </a:rPr>
              <a:t>Sib</a:t>
            </a:r>
            <a:endParaRPr lang="pt-BR" sz="7200" dirty="0">
              <a:solidFill>
                <a:srgbClr val="FF0000"/>
              </a:solidFill>
            </a:endParaRP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7200" dirty="0"/>
              <a:t>Transgênica </a:t>
            </a:r>
            <a:r>
              <a:rPr lang="pt-BR" sz="7200" dirty="0">
                <a:solidFill>
                  <a:srgbClr val="FF0000"/>
                </a:solidFill>
              </a:rPr>
              <a:t>La</a:t>
            </a:r>
            <a:br>
              <a:rPr lang="pt-BR" sz="7200" dirty="0"/>
            </a:br>
            <a:r>
              <a:rPr lang="pt-BR" sz="7200" dirty="0"/>
              <a:t>Caso Marcado </a:t>
            </a:r>
            <a:r>
              <a:rPr lang="pt-BR" sz="7200" dirty="0">
                <a:solidFill>
                  <a:srgbClr val="FF0000"/>
                </a:solidFill>
              </a:rPr>
              <a:t>Sol</a:t>
            </a:r>
            <a:endParaRPr lang="pt-BR" sz="8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2279248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448DBC-F736-8F03-7883-EE47471E6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849DDBB-6AD7-2570-23C0-15112A9CE0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13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7200" dirty="0"/>
              <a:t>Lágrimas Sobre a Mesa </a:t>
            </a:r>
            <a:r>
              <a:rPr lang="pt-BR" sz="7200" dirty="0">
                <a:solidFill>
                  <a:srgbClr val="FF0000"/>
                </a:solidFill>
              </a:rPr>
              <a:t>Re</a:t>
            </a:r>
            <a:br>
              <a:rPr lang="pt-BR" sz="7200" dirty="0"/>
            </a:br>
            <a:r>
              <a:rPr lang="pt-BR" sz="7200" dirty="0"/>
              <a:t>Página Virada </a:t>
            </a:r>
            <a:r>
              <a:rPr lang="pt-BR" sz="7200" dirty="0">
                <a:solidFill>
                  <a:srgbClr val="FF0000"/>
                </a:solidFill>
              </a:rPr>
              <a:t>Sol</a:t>
            </a:r>
            <a:br>
              <a:rPr lang="pt-BR" sz="7200" dirty="0"/>
            </a:br>
            <a:r>
              <a:rPr lang="pt-BR" sz="7200" dirty="0"/>
              <a:t>Fique </a:t>
            </a:r>
            <a:r>
              <a:rPr lang="pt-BR" sz="7200" dirty="0" err="1">
                <a:solidFill>
                  <a:srgbClr val="FF0000"/>
                </a:solidFill>
              </a:rPr>
              <a:t>Sib</a:t>
            </a:r>
            <a:endParaRPr lang="pt-BR" sz="8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00988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3A0C2-0DD0-DEBF-0286-61E1A4D69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A491B2F-C47D-F267-D199-7649973F76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14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7200" dirty="0"/>
              <a:t>Maria </a:t>
            </a:r>
            <a:r>
              <a:rPr lang="pt-BR" sz="7200" dirty="0" err="1"/>
              <a:t>Tcha</a:t>
            </a:r>
            <a:r>
              <a:rPr lang="pt-BR" sz="7200" dirty="0"/>
              <a:t> </a:t>
            </a:r>
            <a:r>
              <a:rPr lang="pt-BR" sz="7200" dirty="0" err="1"/>
              <a:t>Tcha</a:t>
            </a:r>
            <a:r>
              <a:rPr lang="pt-BR" sz="7200" dirty="0"/>
              <a:t> </a:t>
            </a:r>
            <a:r>
              <a:rPr lang="pt-BR" sz="7200" dirty="0" err="1"/>
              <a:t>Tcha</a:t>
            </a:r>
            <a:r>
              <a:rPr lang="pt-BR" sz="7200" dirty="0"/>
              <a:t> </a:t>
            </a:r>
            <a:r>
              <a:rPr lang="pt-BR" sz="7200" dirty="0">
                <a:solidFill>
                  <a:srgbClr val="FF0000"/>
                </a:solidFill>
              </a:rPr>
              <a:t>Mi</a:t>
            </a:r>
            <a:br>
              <a:rPr lang="pt-BR" sz="7200" dirty="0"/>
            </a:br>
            <a:r>
              <a:rPr lang="pt-BR" sz="7200" dirty="0"/>
              <a:t>Preciso Te Encontrar </a:t>
            </a:r>
            <a:r>
              <a:rPr lang="pt-BR" sz="7200" dirty="0">
                <a:solidFill>
                  <a:srgbClr val="FF0000"/>
                </a:solidFill>
              </a:rPr>
              <a:t>Do</a:t>
            </a:r>
            <a:br>
              <a:rPr lang="pt-BR" sz="7200" dirty="0"/>
            </a:br>
            <a:r>
              <a:rPr lang="pt-BR" sz="7200" dirty="0"/>
              <a:t>Você Vai Ver </a:t>
            </a:r>
            <a:r>
              <a:rPr lang="pt-BR" sz="7200" dirty="0">
                <a:solidFill>
                  <a:srgbClr val="FF0000"/>
                </a:solidFill>
              </a:rPr>
              <a:t>Mi</a:t>
            </a:r>
            <a:endParaRPr lang="pt-BR" sz="8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076217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7F868E-5395-C651-26BC-86AA2D54D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CD7301-FE06-33D8-B74C-D9421B199C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15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7200" dirty="0"/>
              <a:t>Mineirinho </a:t>
            </a:r>
            <a:r>
              <a:rPr lang="pt-BR" sz="7200" dirty="0">
                <a:solidFill>
                  <a:srgbClr val="FF0000"/>
                </a:solidFill>
              </a:rPr>
              <a:t>Sol</a:t>
            </a:r>
            <a:br>
              <a:rPr lang="pt-BR" sz="7200" dirty="0"/>
            </a:br>
            <a:r>
              <a:rPr lang="pt-BR" sz="7200" dirty="0"/>
              <a:t>Cheia De Manias </a:t>
            </a:r>
            <a:r>
              <a:rPr lang="pt-BR" sz="7200" dirty="0" err="1">
                <a:solidFill>
                  <a:srgbClr val="FF0000"/>
                </a:solidFill>
              </a:rPr>
              <a:t>SOLm</a:t>
            </a:r>
            <a:br>
              <a:rPr lang="pt-BR" sz="7200" dirty="0"/>
            </a:br>
            <a:r>
              <a:rPr lang="pt-BR" sz="7200" dirty="0"/>
              <a:t>Deus Me Livre </a:t>
            </a:r>
            <a:r>
              <a:rPr lang="pt-BR" sz="7200" dirty="0">
                <a:solidFill>
                  <a:srgbClr val="FF0000"/>
                </a:solidFill>
              </a:rPr>
              <a:t>Do</a:t>
            </a:r>
            <a:endParaRPr lang="pt-BR" sz="8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7383609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F8FE7-F682-F272-86B7-05E04CD81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AC924BC-F62C-79CC-E31A-7623E1BCB8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16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7200" dirty="0"/>
              <a:t>Nosso Amor Terminou </a:t>
            </a:r>
            <a:r>
              <a:rPr lang="pt-BR" sz="7200" dirty="0">
                <a:solidFill>
                  <a:srgbClr val="FF0000"/>
                </a:solidFill>
              </a:rPr>
              <a:t>Sol</a:t>
            </a:r>
            <a:br>
              <a:rPr lang="pt-BR" sz="7200" dirty="0"/>
            </a:br>
            <a:r>
              <a:rPr lang="pt-BR" sz="7200" dirty="0"/>
              <a:t>Assino Com X </a:t>
            </a:r>
            <a:r>
              <a:rPr lang="pt-BR" sz="7200" dirty="0">
                <a:solidFill>
                  <a:srgbClr val="FF0000"/>
                </a:solidFill>
              </a:rPr>
              <a:t>La</a:t>
            </a:r>
            <a:endParaRPr lang="pt-BR" sz="8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743108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C65271-E891-BC86-E338-D59A2C581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E402F7C-E595-D55C-27A2-60AE59A49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17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7200" dirty="0">
                <a:cs typeface="Arial" panose="020B0604020202020204" pitchFamily="34" charset="0"/>
              </a:rPr>
              <a:t>Novela das 8 </a:t>
            </a:r>
            <a:r>
              <a:rPr lang="en-US" sz="7200" dirty="0">
                <a:solidFill>
                  <a:srgbClr val="FF0000"/>
                </a:solidFill>
                <a:cs typeface="Arial" panose="020B0604020202020204" pitchFamily="34" charset="0"/>
              </a:rPr>
              <a:t>Mi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7200" dirty="0" err="1">
                <a:cs typeface="Arial" panose="020B0604020202020204" pitchFamily="34" charset="0"/>
              </a:rPr>
              <a:t>Melô</a:t>
            </a:r>
            <a:r>
              <a:rPr lang="en-US" sz="7200" dirty="0">
                <a:cs typeface="Arial" panose="020B0604020202020204" pitchFamily="34" charset="0"/>
              </a:rPr>
              <a:t> do Rolo </a:t>
            </a:r>
            <a:r>
              <a:rPr lang="en-US" sz="7200" dirty="0">
                <a:solidFill>
                  <a:srgbClr val="FF0000"/>
                </a:solidFill>
                <a:cs typeface="Arial" panose="020B0604020202020204" pitchFamily="34" charset="0"/>
              </a:rPr>
              <a:t>Do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7200" dirty="0" err="1">
                <a:cs typeface="Arial" panose="020B0604020202020204" pitchFamily="34" charset="0"/>
              </a:rPr>
              <a:t>Heyo</a:t>
            </a:r>
            <a:r>
              <a:rPr lang="en-US" sz="7200" dirty="0">
                <a:cs typeface="Arial" panose="020B0604020202020204" pitchFamily="34" charset="0"/>
              </a:rPr>
              <a:t> </a:t>
            </a:r>
            <a:r>
              <a:rPr lang="en-US" sz="7200" dirty="0" err="1">
                <a:cs typeface="Arial" panose="020B0604020202020204" pitchFamily="34" charset="0"/>
              </a:rPr>
              <a:t>Heyo</a:t>
            </a:r>
            <a:r>
              <a:rPr lang="en-US" sz="7200" dirty="0">
                <a:cs typeface="Arial" panose="020B0604020202020204" pitchFamily="34" charset="0"/>
              </a:rPr>
              <a:t> </a:t>
            </a:r>
            <a:r>
              <a:rPr lang="en-US" sz="7200" dirty="0">
                <a:solidFill>
                  <a:srgbClr val="FF0000"/>
                </a:solidFill>
                <a:cs typeface="Arial" panose="020B0604020202020204" pitchFamily="34" charset="0"/>
              </a:rPr>
              <a:t>Mib</a:t>
            </a:r>
            <a:endParaRPr lang="pt-BR" sz="72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lnSpc>
                <a:spcPct val="100000"/>
              </a:lnSpc>
              <a:buNone/>
            </a:pPr>
            <a:endParaRPr lang="pt-BR" sz="8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7736872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9C69B3-7FFE-985B-C272-381403E7C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B3A97F9-544A-86ED-A8D4-3908F9C6C0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18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7200" dirty="0" err="1">
                <a:cs typeface="Arial" panose="020B0604020202020204" pitchFamily="34" charset="0"/>
              </a:rPr>
              <a:t>Olhos</a:t>
            </a:r>
            <a:r>
              <a:rPr lang="en-US" sz="7200" dirty="0">
                <a:cs typeface="Arial" panose="020B0604020202020204" pitchFamily="34" charset="0"/>
              </a:rPr>
              <a:t> Negros </a:t>
            </a:r>
            <a:r>
              <a:rPr lang="en-US" sz="7200" dirty="0">
                <a:solidFill>
                  <a:srgbClr val="FF0000"/>
                </a:solidFill>
                <a:cs typeface="Arial" panose="020B0604020202020204" pitchFamily="34" charset="0"/>
              </a:rPr>
              <a:t>Sol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7200" dirty="0" err="1">
                <a:cs typeface="Arial" panose="020B0604020202020204" pitchFamily="34" charset="0"/>
              </a:rPr>
              <a:t>Alô</a:t>
            </a:r>
            <a:r>
              <a:rPr lang="en-US" sz="7200" dirty="0">
                <a:cs typeface="Arial" panose="020B0604020202020204" pitchFamily="34" charset="0"/>
              </a:rPr>
              <a:t> meu Amor </a:t>
            </a:r>
            <a:r>
              <a:rPr lang="en-US" sz="7200" dirty="0">
                <a:solidFill>
                  <a:srgbClr val="FF0000"/>
                </a:solidFill>
                <a:cs typeface="Arial" panose="020B0604020202020204" pitchFamily="34" charset="0"/>
              </a:rPr>
              <a:t>Sol</a:t>
            </a:r>
            <a:endParaRPr lang="pt-BR" sz="72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lnSpc>
                <a:spcPct val="100000"/>
              </a:lnSpc>
              <a:buNone/>
            </a:pPr>
            <a:endParaRPr lang="pt-BR" sz="8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1469516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7867AB-43F6-377A-AAC1-744F69C2D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772618C-C58E-C917-D49B-9C5A94891A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19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6600" dirty="0"/>
              <a:t>Pegando Ônibus </a:t>
            </a:r>
            <a:r>
              <a:rPr lang="pt-BR" sz="6600" dirty="0">
                <a:solidFill>
                  <a:srgbClr val="FF0000"/>
                </a:solidFill>
              </a:rPr>
              <a:t>Sol</a:t>
            </a:r>
            <a:br>
              <a:rPr lang="pt-BR" sz="6600" dirty="0"/>
            </a:br>
            <a:r>
              <a:rPr lang="pt-BR" sz="6600" dirty="0"/>
              <a:t>Bandido Do Amor </a:t>
            </a:r>
            <a:r>
              <a:rPr lang="pt-BR" sz="6600" dirty="0" err="1">
                <a:solidFill>
                  <a:srgbClr val="FF0000"/>
                </a:solidFill>
              </a:rPr>
              <a:t>Sib</a:t>
            </a:r>
            <a:br>
              <a:rPr lang="pt-BR" sz="6600" dirty="0"/>
            </a:br>
            <a:r>
              <a:rPr lang="pt-BR" sz="6600" dirty="0"/>
              <a:t>O Que Tiver Que Vir Virá </a:t>
            </a:r>
            <a:r>
              <a:rPr lang="pt-BR" sz="6600" dirty="0">
                <a:solidFill>
                  <a:srgbClr val="FF0000"/>
                </a:solidFill>
              </a:rPr>
              <a:t>Do#</a:t>
            </a:r>
            <a:endParaRPr lang="pt-BR" sz="66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3714772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1F0B36-102A-E5F3-D123-BEC997532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F49180E-CF19-DCBB-8BE5-CEBA7D2879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20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7200" dirty="0"/>
              <a:t>Perigosa e Linda </a:t>
            </a:r>
            <a:r>
              <a:rPr lang="pt-BR" sz="7200" dirty="0">
                <a:solidFill>
                  <a:srgbClr val="FF0000"/>
                </a:solidFill>
              </a:rPr>
              <a:t>Mi</a:t>
            </a:r>
            <a:br>
              <a:rPr lang="pt-BR" sz="7200" dirty="0"/>
            </a:br>
            <a:r>
              <a:rPr lang="pt-BR" sz="7200" dirty="0" err="1"/>
              <a:t>Cumpadi</a:t>
            </a:r>
            <a:r>
              <a:rPr lang="pt-BR" sz="7200" dirty="0"/>
              <a:t> e </a:t>
            </a:r>
            <a:r>
              <a:rPr lang="pt-BR" sz="7200" dirty="0" err="1"/>
              <a:t>Cumadi</a:t>
            </a:r>
            <a:r>
              <a:rPr lang="pt-BR" sz="7200" dirty="0"/>
              <a:t> </a:t>
            </a:r>
            <a:r>
              <a:rPr lang="pt-BR" sz="7200" dirty="0">
                <a:solidFill>
                  <a:srgbClr val="FF0000"/>
                </a:solidFill>
              </a:rPr>
              <a:t>Re</a:t>
            </a:r>
            <a:endParaRPr lang="pt-BR" sz="8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5428593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5C8960-8652-DE75-AFB1-77317FD58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A828EEE-9FC6-D3EE-F215-9117F8B041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21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7200" dirty="0"/>
              <a:t>Reprises De Amor </a:t>
            </a:r>
            <a:r>
              <a:rPr lang="pt-BR" sz="7200" dirty="0">
                <a:solidFill>
                  <a:srgbClr val="FF0000"/>
                </a:solidFill>
              </a:rPr>
              <a:t>Si</a:t>
            </a:r>
            <a:br>
              <a:rPr lang="pt-BR" sz="7200" dirty="0"/>
            </a:br>
            <a:r>
              <a:rPr lang="pt-BR" sz="7200" dirty="0"/>
              <a:t>Eu O Copo e a Solidão </a:t>
            </a:r>
            <a:r>
              <a:rPr lang="pt-BR" sz="7200" dirty="0">
                <a:solidFill>
                  <a:srgbClr val="FF0000"/>
                </a:solidFill>
              </a:rPr>
              <a:t>Sol</a:t>
            </a:r>
            <a:br>
              <a:rPr lang="pt-BR" sz="7200" dirty="0"/>
            </a:br>
            <a:r>
              <a:rPr lang="pt-BR" sz="7200" dirty="0"/>
              <a:t>Você Me Tira Do Ar </a:t>
            </a:r>
            <a:r>
              <a:rPr lang="pt-BR" sz="7200" dirty="0">
                <a:solidFill>
                  <a:srgbClr val="FF0000"/>
                </a:solidFill>
              </a:rPr>
              <a:t>Do</a:t>
            </a:r>
            <a:endParaRPr lang="pt-BR" sz="8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8930938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0C0560-F42D-B3E9-EB8D-F86DFA3CE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512BE16-7D88-7FAD-8E12-6744BEE2C4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22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7200" dirty="0"/>
              <a:t>Santa Catarina </a:t>
            </a:r>
            <a:r>
              <a:rPr lang="pt-BR" sz="7200" dirty="0">
                <a:solidFill>
                  <a:srgbClr val="FF0000"/>
                </a:solidFill>
              </a:rPr>
              <a:t>Sol</a:t>
            </a:r>
            <a:br>
              <a:rPr lang="pt-BR" sz="7200" dirty="0"/>
            </a:br>
            <a:r>
              <a:rPr lang="pt-BR" sz="7200" dirty="0"/>
              <a:t>Baile Bom </a:t>
            </a:r>
            <a:r>
              <a:rPr lang="pt-BR" sz="7200" dirty="0" err="1">
                <a:solidFill>
                  <a:srgbClr val="FF0000"/>
                </a:solidFill>
              </a:rPr>
              <a:t>Fa</a:t>
            </a:r>
            <a:br>
              <a:rPr lang="pt-BR" sz="7200" dirty="0"/>
            </a:br>
            <a:r>
              <a:rPr lang="pt-BR" sz="7200" dirty="0"/>
              <a:t>Diga Locutor </a:t>
            </a:r>
            <a:r>
              <a:rPr lang="pt-BR" sz="7200" dirty="0" err="1">
                <a:solidFill>
                  <a:srgbClr val="FF0000"/>
                </a:solidFill>
              </a:rPr>
              <a:t>Mib</a:t>
            </a:r>
            <a:endParaRPr lang="pt-BR" sz="8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2025425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C9A1D3-2113-71EE-4462-E79F923B6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C70BAA2-54A1-BAA9-5EF9-9F93F22AE7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23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7200" dirty="0"/>
              <a:t>Vagabundo </a:t>
            </a:r>
            <a:r>
              <a:rPr lang="pt-BR" sz="7200" dirty="0" err="1">
                <a:solidFill>
                  <a:srgbClr val="FF0000"/>
                </a:solidFill>
              </a:rPr>
              <a:t>SIBm</a:t>
            </a:r>
            <a:br>
              <a:rPr lang="pt-BR" sz="7200" dirty="0"/>
            </a:br>
            <a:r>
              <a:rPr lang="pt-BR" sz="7200" dirty="0"/>
              <a:t>Agarra </a:t>
            </a:r>
            <a:r>
              <a:rPr lang="pt-BR" sz="7200" dirty="0" err="1"/>
              <a:t>Agara</a:t>
            </a:r>
            <a:r>
              <a:rPr lang="pt-BR" sz="7200" dirty="0"/>
              <a:t> </a:t>
            </a:r>
            <a:r>
              <a:rPr lang="pt-BR" sz="7200" dirty="0">
                <a:solidFill>
                  <a:srgbClr val="FF0000"/>
                </a:solidFill>
              </a:rPr>
              <a:t>Re</a:t>
            </a:r>
            <a:br>
              <a:rPr lang="pt-BR" sz="7200" dirty="0"/>
            </a:br>
            <a:r>
              <a:rPr lang="pt-BR" sz="7200" dirty="0"/>
              <a:t>Vira e Mexe </a:t>
            </a:r>
            <a:r>
              <a:rPr lang="pt-BR" sz="7200" dirty="0">
                <a:solidFill>
                  <a:srgbClr val="FF0000"/>
                </a:solidFill>
              </a:rPr>
              <a:t>Mi</a:t>
            </a:r>
            <a:endParaRPr lang="pt-BR" sz="8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9716492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C70BAA2-54A1-BAA9-5EF9-9F93F22AE7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24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7200" dirty="0"/>
              <a:t>Alô Galera </a:t>
            </a:r>
            <a:r>
              <a:rPr lang="pt-BR" sz="7200" dirty="0">
                <a:solidFill>
                  <a:srgbClr val="FF0000"/>
                </a:solidFill>
              </a:rPr>
              <a:t>??</a:t>
            </a:r>
            <a:br>
              <a:rPr lang="pt-BR" sz="7200" dirty="0"/>
            </a:br>
            <a:r>
              <a:rPr lang="pt-BR" sz="7200" dirty="0"/>
              <a:t>Essa Cama Eu Não Vendo </a:t>
            </a:r>
            <a:r>
              <a:rPr lang="pt-BR" sz="7200" dirty="0">
                <a:solidFill>
                  <a:srgbClr val="FF0000"/>
                </a:solidFill>
              </a:rPr>
              <a:t>??</a:t>
            </a:r>
            <a:br>
              <a:rPr lang="pt-BR" sz="7200" dirty="0"/>
            </a:br>
            <a:r>
              <a:rPr lang="pt-BR" sz="7200" dirty="0"/>
              <a:t>Pintou Uma Paixão </a:t>
            </a:r>
            <a:r>
              <a:rPr lang="pt-BR" sz="7200" dirty="0">
                <a:solidFill>
                  <a:srgbClr val="FF0000"/>
                </a:solidFill>
              </a:rPr>
              <a:t>??</a:t>
            </a:r>
            <a:br>
              <a:rPr lang="pt-BR" sz="7200" dirty="0"/>
            </a:br>
            <a:r>
              <a:rPr lang="pt-BR" sz="7200" dirty="0"/>
              <a:t>Transgênica </a:t>
            </a:r>
            <a:r>
              <a:rPr lang="pt-BR" sz="7200" dirty="0">
                <a:solidFill>
                  <a:srgbClr val="FF0000"/>
                </a:solidFill>
              </a:rPr>
              <a:t>??</a:t>
            </a:r>
            <a:br>
              <a:rPr lang="pt-BR" sz="7200" dirty="0"/>
            </a:br>
            <a:r>
              <a:rPr lang="pt-BR" sz="7200" dirty="0"/>
              <a:t>Algo Me Diz </a:t>
            </a:r>
            <a:r>
              <a:rPr lang="pt-BR" sz="7200" dirty="0">
                <a:solidFill>
                  <a:srgbClr val="FF0000"/>
                </a:solidFill>
              </a:rPr>
              <a:t>??</a:t>
            </a:r>
          </a:p>
        </p:txBody>
      </p:sp>
    </p:spTree>
    <p:extLst>
      <p:ext uri="{BB962C8B-B14F-4D97-AF65-F5344CB8AC3E}">
        <p14:creationId xmlns:p14="http://schemas.microsoft.com/office/powerpoint/2010/main" val="2483999642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C70BAA2-54A1-BAA9-5EF9-9F93F22AE7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25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7200" dirty="0"/>
              <a:t>Barril de Chopp </a:t>
            </a:r>
            <a:r>
              <a:rPr lang="pt-BR" sz="7200" dirty="0">
                <a:solidFill>
                  <a:srgbClr val="FF0000"/>
                </a:solidFill>
              </a:rPr>
              <a:t>Sib-Mib</a:t>
            </a:r>
            <a:br>
              <a:rPr lang="pt-BR" sz="7200" dirty="0"/>
            </a:br>
            <a:r>
              <a:rPr lang="pt-BR" sz="7200" dirty="0"/>
              <a:t>Ouro na Estrada </a:t>
            </a:r>
            <a:r>
              <a:rPr lang="pt-BR" sz="7200" dirty="0">
                <a:solidFill>
                  <a:srgbClr val="FF0000"/>
                </a:solidFill>
              </a:rPr>
              <a:t>??</a:t>
            </a:r>
            <a:br>
              <a:rPr lang="pt-BR" sz="7200" dirty="0"/>
            </a:br>
            <a:r>
              <a:rPr lang="pt-BR" sz="7200" dirty="0"/>
              <a:t>Bebidas de Amor </a:t>
            </a:r>
            <a:r>
              <a:rPr lang="pt-BR" sz="7200" dirty="0">
                <a:solidFill>
                  <a:srgbClr val="FF0000"/>
                </a:solidFill>
              </a:rPr>
              <a:t>??</a:t>
            </a:r>
          </a:p>
        </p:txBody>
      </p:sp>
    </p:spTree>
    <p:extLst>
      <p:ext uri="{BB962C8B-B14F-4D97-AF65-F5344CB8AC3E}">
        <p14:creationId xmlns:p14="http://schemas.microsoft.com/office/powerpoint/2010/main" val="2546721598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C70BAA2-54A1-BAA9-5EF9-9F93F22AE7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26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7200" dirty="0"/>
              <a:t>Beija Beija </a:t>
            </a:r>
            <a:r>
              <a:rPr lang="pt-BR" sz="7200" dirty="0">
                <a:solidFill>
                  <a:srgbClr val="FF0000"/>
                </a:solidFill>
              </a:rPr>
              <a:t>??</a:t>
            </a:r>
            <a:br>
              <a:rPr lang="pt-BR" sz="7200" dirty="0"/>
            </a:br>
            <a:r>
              <a:rPr lang="pt-BR" sz="7200" dirty="0"/>
              <a:t>Marreca </a:t>
            </a:r>
            <a:r>
              <a:rPr lang="pt-BR" sz="7200" dirty="0">
                <a:solidFill>
                  <a:srgbClr val="FF0000"/>
                </a:solidFill>
              </a:rPr>
              <a:t>??</a:t>
            </a:r>
            <a:br>
              <a:rPr lang="pt-BR" sz="7200" dirty="0"/>
            </a:br>
            <a:r>
              <a:rPr lang="pt-BR" sz="7200" dirty="0"/>
              <a:t>Kerbfest </a:t>
            </a:r>
            <a:r>
              <a:rPr lang="pt-BR" sz="7200" dirty="0">
                <a:solidFill>
                  <a:srgbClr val="FF0000"/>
                </a:solidFill>
              </a:rPr>
              <a:t>??</a:t>
            </a:r>
          </a:p>
        </p:txBody>
      </p:sp>
    </p:spTree>
    <p:extLst>
      <p:ext uri="{BB962C8B-B14F-4D97-AF65-F5344CB8AC3E}">
        <p14:creationId xmlns:p14="http://schemas.microsoft.com/office/powerpoint/2010/main" val="1926229927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C70BAA2-54A1-BAA9-5EF9-9F93F22AE7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27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7200" dirty="0"/>
              <a:t>Camisa Manchada </a:t>
            </a:r>
            <a:r>
              <a:rPr lang="pt-BR" sz="7200" dirty="0">
                <a:solidFill>
                  <a:srgbClr val="FF0000"/>
                </a:solidFill>
              </a:rPr>
              <a:t>Mi</a:t>
            </a:r>
            <a:br>
              <a:rPr lang="pt-BR" sz="7200" dirty="0"/>
            </a:br>
            <a:r>
              <a:rPr lang="pt-BR" sz="7200" dirty="0"/>
              <a:t>&lt;falta o nome&gt; </a:t>
            </a:r>
            <a:r>
              <a:rPr lang="pt-BR" sz="7200" dirty="0">
                <a:solidFill>
                  <a:srgbClr val="FF0000"/>
                </a:solidFill>
              </a:rPr>
              <a:t>??</a:t>
            </a:r>
            <a:br>
              <a:rPr lang="pt-BR" sz="7200" dirty="0"/>
            </a:br>
            <a:r>
              <a:rPr lang="pt-BR" sz="7200" dirty="0"/>
              <a:t>Estrada Da Vida </a:t>
            </a:r>
            <a:r>
              <a:rPr lang="pt-BR" sz="7200" dirty="0">
                <a:solidFill>
                  <a:srgbClr val="FF0000"/>
                </a:solidFill>
              </a:rPr>
              <a:t>Sib</a:t>
            </a:r>
          </a:p>
        </p:txBody>
      </p:sp>
    </p:spTree>
    <p:extLst>
      <p:ext uri="{BB962C8B-B14F-4D97-AF65-F5344CB8AC3E}">
        <p14:creationId xmlns:p14="http://schemas.microsoft.com/office/powerpoint/2010/main" val="3701785412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C70BAA2-54A1-BAA9-5EF9-9F93F22AE7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28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5400" dirty="0"/>
              <a:t>Coronel Boogey </a:t>
            </a:r>
            <a:r>
              <a:rPr lang="pt-BR" sz="5400" dirty="0">
                <a:solidFill>
                  <a:srgbClr val="FF0000"/>
                </a:solidFill>
              </a:rPr>
              <a:t>??</a:t>
            </a:r>
            <a:br>
              <a:rPr lang="pt-BR" sz="5400" dirty="0"/>
            </a:br>
            <a:r>
              <a:rPr lang="pt-BR" sz="5400" dirty="0"/>
              <a:t>Marcha do Coelho </a:t>
            </a:r>
            <a:r>
              <a:rPr lang="pt-BR" sz="5400" dirty="0">
                <a:solidFill>
                  <a:srgbClr val="FF0000"/>
                </a:solidFill>
              </a:rPr>
              <a:t>??</a:t>
            </a:r>
          </a:p>
        </p:txBody>
      </p:sp>
    </p:spTree>
    <p:extLst>
      <p:ext uri="{BB962C8B-B14F-4D97-AF65-F5344CB8AC3E}">
        <p14:creationId xmlns:p14="http://schemas.microsoft.com/office/powerpoint/2010/main" val="3958843814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C70BAA2-54A1-BAA9-5EF9-9F93F22AE7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29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7200" dirty="0"/>
              <a:t>Dai Que Mioro </a:t>
            </a:r>
            <a:r>
              <a:rPr lang="pt-BR" sz="7200" dirty="0">
                <a:solidFill>
                  <a:srgbClr val="FF0000"/>
                </a:solidFill>
              </a:rPr>
              <a:t>??</a:t>
            </a:r>
            <a:br>
              <a:rPr lang="pt-BR" sz="7200" dirty="0"/>
            </a:br>
            <a:r>
              <a:rPr lang="pt-BR" sz="7200" dirty="0"/>
              <a:t>Senta no Colinho do Pai </a:t>
            </a:r>
            <a:r>
              <a:rPr lang="pt-BR" sz="7200" dirty="0">
                <a:solidFill>
                  <a:srgbClr val="FF0000"/>
                </a:solidFill>
              </a:rPr>
              <a:t>??</a:t>
            </a:r>
            <a:br>
              <a:rPr lang="pt-BR" sz="7200" dirty="0"/>
            </a:br>
            <a:r>
              <a:rPr lang="pt-BR" sz="7200" dirty="0"/>
              <a:t>Latinha na Goteira </a:t>
            </a:r>
            <a:r>
              <a:rPr lang="pt-BR" sz="7200" dirty="0">
                <a:solidFill>
                  <a:srgbClr val="FF0000"/>
                </a:solidFill>
              </a:rPr>
              <a:t>Sol</a:t>
            </a:r>
            <a:br>
              <a:rPr lang="pt-BR" sz="7200" dirty="0"/>
            </a:br>
            <a:r>
              <a:rPr lang="pt-BR" sz="7200" dirty="0"/>
              <a:t>Morenaça </a:t>
            </a:r>
            <a:r>
              <a:rPr lang="pt-BR" sz="7200" dirty="0">
                <a:solidFill>
                  <a:srgbClr val="FF0000"/>
                </a:solidFill>
              </a:rPr>
              <a:t>Sol</a:t>
            </a:r>
            <a:br>
              <a:rPr lang="pt-BR" sz="7200" dirty="0"/>
            </a:br>
            <a:r>
              <a:rPr lang="pt-BR" sz="7200" dirty="0"/>
              <a:t>Misturinha </a:t>
            </a:r>
            <a:r>
              <a:rPr lang="pt-BR" sz="7200" dirty="0">
                <a:solidFill>
                  <a:srgbClr val="FF0000"/>
                </a:solidFill>
              </a:rPr>
              <a:t>Fa</a:t>
            </a:r>
          </a:p>
        </p:txBody>
      </p:sp>
    </p:spTree>
    <p:extLst>
      <p:ext uri="{BB962C8B-B14F-4D97-AF65-F5344CB8AC3E}">
        <p14:creationId xmlns:p14="http://schemas.microsoft.com/office/powerpoint/2010/main" val="4108880505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C70BAA2-54A1-BAA9-5EF9-9F93F22AE7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30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7200" dirty="0"/>
              <a:t>Heyo Heyo </a:t>
            </a:r>
            <a:r>
              <a:rPr lang="pt-BR" sz="7200" dirty="0">
                <a:solidFill>
                  <a:srgbClr val="FF0000"/>
                </a:solidFill>
              </a:rPr>
              <a:t>Mib</a:t>
            </a:r>
            <a:br>
              <a:rPr lang="pt-BR" sz="7200" dirty="0"/>
            </a:br>
            <a:r>
              <a:rPr lang="pt-BR" sz="7200" dirty="0"/>
              <a:t>Zic Zac </a:t>
            </a:r>
            <a:r>
              <a:rPr lang="pt-BR" sz="7200" dirty="0">
                <a:solidFill>
                  <a:srgbClr val="FF0000"/>
                </a:solidFill>
              </a:rPr>
              <a:t>??</a:t>
            </a:r>
            <a:br>
              <a:rPr lang="pt-BR" sz="7200" dirty="0"/>
            </a:br>
            <a:r>
              <a:rPr lang="pt-BR" sz="7200" dirty="0"/>
              <a:t>Salada de Frutas </a:t>
            </a:r>
            <a:r>
              <a:rPr lang="pt-BR" sz="7200" dirty="0">
                <a:solidFill>
                  <a:srgbClr val="FF0000"/>
                </a:solidFill>
              </a:rPr>
              <a:t>Do</a:t>
            </a:r>
          </a:p>
        </p:txBody>
      </p:sp>
    </p:spTree>
    <p:extLst>
      <p:ext uri="{BB962C8B-B14F-4D97-AF65-F5344CB8AC3E}">
        <p14:creationId xmlns:p14="http://schemas.microsoft.com/office/powerpoint/2010/main" val="2132989991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C70BAA2-54A1-BAA9-5EF9-9F93F22AE7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31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7200" dirty="0"/>
              <a:t>Nova Iorque </a:t>
            </a:r>
            <a:r>
              <a:rPr lang="pt-BR" sz="7200" dirty="0">
                <a:solidFill>
                  <a:srgbClr val="FF0000"/>
                </a:solidFill>
              </a:rPr>
              <a:t>??</a:t>
            </a:r>
            <a:br>
              <a:rPr lang="pt-BR" sz="7200" dirty="0"/>
            </a:br>
            <a:r>
              <a:rPr lang="pt-BR" sz="7200" dirty="0"/>
              <a:t>Meu Ex Amor </a:t>
            </a:r>
            <a:r>
              <a:rPr lang="pt-BR" sz="7200" dirty="0">
                <a:solidFill>
                  <a:srgbClr val="FF0000"/>
                </a:solidFill>
              </a:rPr>
              <a:t>??</a:t>
            </a:r>
            <a:br>
              <a:rPr lang="pt-BR" sz="7200" dirty="0"/>
            </a:br>
            <a:r>
              <a:rPr lang="pt-BR" sz="7200" dirty="0"/>
              <a:t>O Que Tiver Que Vir Virá </a:t>
            </a:r>
            <a:r>
              <a:rPr lang="pt-BR" sz="7200" dirty="0">
                <a:solidFill>
                  <a:srgbClr val="FF0000"/>
                </a:solidFill>
              </a:rPr>
              <a:t>Ré</a:t>
            </a:r>
          </a:p>
        </p:txBody>
      </p:sp>
    </p:spTree>
    <p:extLst>
      <p:ext uri="{BB962C8B-B14F-4D97-AF65-F5344CB8AC3E}">
        <p14:creationId xmlns:p14="http://schemas.microsoft.com/office/powerpoint/2010/main" val="3130659454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C70BAA2-54A1-BAA9-5EF9-9F93F22AE7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32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7200" dirty="0"/>
              <a:t>Ponto Chick </a:t>
            </a:r>
            <a:r>
              <a:rPr lang="pt-BR" sz="7200" dirty="0">
                <a:solidFill>
                  <a:srgbClr val="FF0000"/>
                </a:solidFill>
              </a:rPr>
              <a:t>Sib-Mib</a:t>
            </a:r>
            <a:br>
              <a:rPr lang="pt-BR" sz="7200" dirty="0"/>
            </a:br>
            <a:r>
              <a:rPr lang="pt-BR" sz="7200" dirty="0"/>
              <a:t>Rancho Grande </a:t>
            </a:r>
            <a:r>
              <a:rPr lang="pt-BR" sz="7200" dirty="0">
                <a:solidFill>
                  <a:srgbClr val="FF0000"/>
                </a:solidFill>
              </a:rPr>
              <a:t>??</a:t>
            </a:r>
            <a:br>
              <a:rPr lang="pt-BR" sz="7200" dirty="0"/>
            </a:br>
            <a:r>
              <a:rPr lang="pt-BR" sz="7200" dirty="0"/>
              <a:t>Feliz em Festa </a:t>
            </a:r>
            <a:r>
              <a:rPr lang="pt-BR" sz="7200" dirty="0">
                <a:solidFill>
                  <a:srgbClr val="FF0000"/>
                </a:solidFill>
              </a:rPr>
              <a:t>??</a:t>
            </a:r>
          </a:p>
        </p:txBody>
      </p:sp>
    </p:spTree>
    <p:extLst>
      <p:ext uri="{BB962C8B-B14F-4D97-AF65-F5344CB8AC3E}">
        <p14:creationId xmlns:p14="http://schemas.microsoft.com/office/powerpoint/2010/main" val="1915499331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C70BAA2-54A1-BAA9-5EF9-9F93F22AE7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33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7200" dirty="0"/>
              <a:t>A Festa É com Rota do Chopp </a:t>
            </a:r>
            <a:r>
              <a:rPr lang="pt-BR" sz="7200" dirty="0">
                <a:solidFill>
                  <a:srgbClr val="FF0000"/>
                </a:solidFill>
              </a:rPr>
              <a:t>Fa</a:t>
            </a:r>
          </a:p>
        </p:txBody>
      </p:sp>
    </p:spTree>
    <p:extLst>
      <p:ext uri="{BB962C8B-B14F-4D97-AF65-F5344CB8AC3E}">
        <p14:creationId xmlns:p14="http://schemas.microsoft.com/office/powerpoint/2010/main" val="615709339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C70BAA2-54A1-BAA9-5EF9-9F93F22AE7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34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7200" dirty="0"/>
              <a:t>Maratá </a:t>
            </a:r>
            <a:r>
              <a:rPr lang="pt-BR" sz="7200" dirty="0">
                <a:solidFill>
                  <a:srgbClr val="FF0000"/>
                </a:solidFill>
              </a:rPr>
              <a:t>??</a:t>
            </a:r>
            <a:br>
              <a:rPr lang="pt-BR" sz="7200" dirty="0"/>
            </a:br>
            <a:r>
              <a:rPr lang="pt-BR" sz="7200" dirty="0"/>
              <a:t>Levanta a Poeira </a:t>
            </a:r>
            <a:r>
              <a:rPr lang="pt-BR" sz="7200" dirty="0">
                <a:solidFill>
                  <a:srgbClr val="FF0000"/>
                </a:solidFill>
              </a:rPr>
              <a:t>Sib</a:t>
            </a:r>
            <a:br>
              <a:rPr lang="pt-BR" sz="7200" dirty="0"/>
            </a:br>
            <a:r>
              <a:rPr lang="pt-BR" sz="7200" dirty="0"/>
              <a:t>Polka do Fritz </a:t>
            </a:r>
            <a:r>
              <a:rPr lang="pt-BR" sz="7200" dirty="0">
                <a:solidFill>
                  <a:srgbClr val="FF0000"/>
                </a:solidFill>
              </a:rPr>
              <a:t>??</a:t>
            </a:r>
          </a:p>
        </p:txBody>
      </p:sp>
    </p:spTree>
    <p:extLst>
      <p:ext uri="{BB962C8B-B14F-4D97-AF65-F5344CB8AC3E}">
        <p14:creationId xmlns:p14="http://schemas.microsoft.com/office/powerpoint/2010/main" val="658313605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C70BAA2-54A1-BAA9-5EF9-9F93F22AE7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35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7200" dirty="0"/>
              <a:t>Na Hora de Amar </a:t>
            </a:r>
            <a:r>
              <a:rPr lang="pt-BR" sz="7200" dirty="0">
                <a:solidFill>
                  <a:srgbClr val="FF0000"/>
                </a:solidFill>
              </a:rPr>
              <a:t>??</a:t>
            </a:r>
            <a:br>
              <a:rPr lang="pt-BR" sz="7200" dirty="0"/>
            </a:br>
            <a:r>
              <a:rPr lang="pt-BR" sz="7200" dirty="0"/>
              <a:t>Página de Amigos </a:t>
            </a:r>
            <a:r>
              <a:rPr lang="pt-BR" sz="7200" dirty="0">
                <a:solidFill>
                  <a:srgbClr val="FF0000"/>
                </a:solidFill>
              </a:rPr>
              <a:t>??</a:t>
            </a:r>
            <a:br>
              <a:rPr lang="pt-BR" sz="7200" dirty="0"/>
            </a:br>
            <a:r>
              <a:rPr lang="pt-BR" sz="7200" dirty="0"/>
              <a:t>Dormi na Praça </a:t>
            </a:r>
            <a:r>
              <a:rPr lang="pt-BR" sz="7200" dirty="0">
                <a:solidFill>
                  <a:srgbClr val="FF0000"/>
                </a:solidFill>
              </a:rPr>
              <a:t>??</a:t>
            </a:r>
          </a:p>
        </p:txBody>
      </p:sp>
    </p:spTree>
    <p:extLst>
      <p:ext uri="{BB962C8B-B14F-4D97-AF65-F5344CB8AC3E}">
        <p14:creationId xmlns:p14="http://schemas.microsoft.com/office/powerpoint/2010/main" val="252609979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TM04033921[[fn=Damasco]]</Template>
  <TotalTime>7683</TotalTime>
  <Words>1082</Words>
  <Application>Microsoft Office PowerPoint</Application>
  <PresentationFormat>Widescreen</PresentationFormat>
  <Paragraphs>232</Paragraphs>
  <Slides>98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98</vt:i4>
      </vt:variant>
    </vt:vector>
  </HeadingPairs>
  <TitlesOfParts>
    <vt:vector size="103" baseType="lpstr">
      <vt:lpstr>Arial</vt:lpstr>
      <vt:lpstr>Bookman Old Style</vt:lpstr>
      <vt:lpstr>Calibri</vt:lpstr>
      <vt:lpstr>Rockwell</vt:lpstr>
      <vt:lpstr>Damask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seven</dc:creator>
  <cp:lastModifiedBy>Arthur Hack</cp:lastModifiedBy>
  <cp:revision>242</cp:revision>
  <dcterms:created xsi:type="dcterms:W3CDTF">2013-10-24T23:23:00Z</dcterms:created>
  <dcterms:modified xsi:type="dcterms:W3CDTF">2026-10-17T20:33:49Z</dcterms:modified>
</cp:coreProperties>
</file>