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101"/>
  </p:handoutMasterIdLst>
  <p:sldIdLst>
    <p:sldId id="484" r:id="rId2"/>
    <p:sldId id="416" r:id="rId3"/>
    <p:sldId id="381" r:id="rId4"/>
    <p:sldId id="382" r:id="rId5"/>
    <p:sldId id="383" r:id="rId6"/>
    <p:sldId id="384" r:id="rId7"/>
    <p:sldId id="385" r:id="rId8"/>
    <p:sldId id="386" r:id="rId9"/>
    <p:sldId id="387" r:id="rId10"/>
    <p:sldId id="388" r:id="rId11"/>
    <p:sldId id="389" r:id="rId12"/>
    <p:sldId id="390" r:id="rId13"/>
    <p:sldId id="391" r:id="rId14"/>
    <p:sldId id="393" r:id="rId15"/>
    <p:sldId id="380" r:id="rId16"/>
    <p:sldId id="396" r:id="rId17"/>
    <p:sldId id="397" r:id="rId18"/>
    <p:sldId id="398" r:id="rId19"/>
    <p:sldId id="394" r:id="rId20"/>
    <p:sldId id="395" r:id="rId21"/>
    <p:sldId id="399" r:id="rId22"/>
    <p:sldId id="401" r:id="rId23"/>
    <p:sldId id="400" r:id="rId24"/>
    <p:sldId id="417" r:id="rId25"/>
    <p:sldId id="419" r:id="rId26"/>
    <p:sldId id="420" r:id="rId27"/>
    <p:sldId id="421" r:id="rId28"/>
    <p:sldId id="422" r:id="rId29"/>
    <p:sldId id="402" r:id="rId30"/>
    <p:sldId id="404" r:id="rId31"/>
    <p:sldId id="405" r:id="rId32"/>
    <p:sldId id="406" r:id="rId33"/>
    <p:sldId id="407" r:id="rId34"/>
    <p:sldId id="408" r:id="rId35"/>
    <p:sldId id="409" r:id="rId36"/>
    <p:sldId id="418" r:id="rId37"/>
    <p:sldId id="410" r:id="rId38"/>
    <p:sldId id="411" r:id="rId39"/>
    <p:sldId id="412" r:id="rId40"/>
    <p:sldId id="413" r:id="rId41"/>
    <p:sldId id="415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433" r:id="rId53"/>
    <p:sldId id="434" r:id="rId54"/>
    <p:sldId id="435" r:id="rId55"/>
    <p:sldId id="436" r:id="rId56"/>
    <p:sldId id="414" r:id="rId57"/>
    <p:sldId id="438" r:id="rId58"/>
    <p:sldId id="439" r:id="rId59"/>
    <p:sldId id="440" r:id="rId60"/>
    <p:sldId id="441" r:id="rId61"/>
    <p:sldId id="442" r:id="rId62"/>
    <p:sldId id="443" r:id="rId63"/>
    <p:sldId id="444" r:id="rId64"/>
    <p:sldId id="480" r:id="rId65"/>
    <p:sldId id="462" r:id="rId66"/>
    <p:sldId id="445" r:id="rId67"/>
    <p:sldId id="463" r:id="rId68"/>
    <p:sldId id="446" r:id="rId69"/>
    <p:sldId id="464" r:id="rId70"/>
    <p:sldId id="447" r:id="rId71"/>
    <p:sldId id="448" r:id="rId72"/>
    <p:sldId id="449" r:id="rId73"/>
    <p:sldId id="465" r:id="rId74"/>
    <p:sldId id="450" r:id="rId75"/>
    <p:sldId id="451" r:id="rId76"/>
    <p:sldId id="452" r:id="rId77"/>
    <p:sldId id="468" r:id="rId78"/>
    <p:sldId id="453" r:id="rId79"/>
    <p:sldId id="455" r:id="rId80"/>
    <p:sldId id="456" r:id="rId81"/>
    <p:sldId id="466" r:id="rId82"/>
    <p:sldId id="467" r:id="rId83"/>
    <p:sldId id="457" r:id="rId84"/>
    <p:sldId id="458" r:id="rId85"/>
    <p:sldId id="459" r:id="rId86"/>
    <p:sldId id="460" r:id="rId87"/>
    <p:sldId id="461" r:id="rId88"/>
    <p:sldId id="469" r:id="rId89"/>
    <p:sldId id="470" r:id="rId90"/>
    <p:sldId id="471" r:id="rId91"/>
    <p:sldId id="472" r:id="rId92"/>
    <p:sldId id="473" r:id="rId93"/>
    <p:sldId id="474" r:id="rId94"/>
    <p:sldId id="475" r:id="rId95"/>
    <p:sldId id="476" r:id="rId96"/>
    <p:sldId id="477" r:id="rId97"/>
    <p:sldId id="481" r:id="rId98"/>
    <p:sldId id="482" r:id="rId99"/>
    <p:sldId id="483" r:id="rId10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7T22:23:59.426" v="2326" actId="2696"/>
      <pc:docMkLst>
        <pc:docMk/>
      </pc:docMkLst>
      <pc:sldChg chg="modSp add del mod ord">
        <pc:chgData name="Arthur Hack" userId="5b508c48246ea487" providerId="LiveId" clId="{789F42DD-A146-4A0A-A577-B549034765F6}" dt="2026-10-07T22:23:59.425" v="2325" actId="2696"/>
        <pc:sldMkLst>
          <pc:docMk/>
          <pc:sldMk cId="1070335523" sldId="445"/>
        </pc:sldMkLst>
      </pc:sldChg>
      <pc:sldChg chg="modSp add del mod">
        <pc:chgData name="Arthur Hack" userId="5b508c48246ea487" providerId="LiveId" clId="{789F42DD-A146-4A0A-A577-B549034765F6}" dt="2026-10-07T22:23:59.420" v="2323" actId="2696"/>
        <pc:sldMkLst>
          <pc:docMk/>
          <pc:sldMk cId="4012791308" sldId="446"/>
        </pc:sldMkLst>
      </pc:sldChg>
      <pc:sldChg chg="modSp add del mod">
        <pc:chgData name="Arthur Hack" userId="5b508c48246ea487" providerId="LiveId" clId="{789F42DD-A146-4A0A-A577-B549034765F6}" dt="2026-10-07T22:23:59.418" v="2321" actId="2696"/>
        <pc:sldMkLst>
          <pc:docMk/>
          <pc:sldMk cId="1076216" sldId="447"/>
        </pc:sldMkLst>
      </pc:sldChg>
      <pc:sldChg chg="modSp add del mod">
        <pc:chgData name="Arthur Hack" userId="5b508c48246ea487" providerId="LiveId" clId="{789F42DD-A146-4A0A-A577-B549034765F6}" dt="2026-10-07T22:23:59.416" v="2320" actId="2696"/>
        <pc:sldMkLst>
          <pc:docMk/>
          <pc:sldMk cId="3786666785" sldId="448"/>
        </pc:sldMkLst>
      </pc:sldChg>
      <pc:sldChg chg="modSp add del mod ord">
        <pc:chgData name="Arthur Hack" userId="5b508c48246ea487" providerId="LiveId" clId="{789F42DD-A146-4A0A-A577-B549034765F6}" dt="2026-10-07T22:23:59.414" v="2319" actId="2696"/>
        <pc:sldMkLst>
          <pc:docMk/>
          <pc:sldMk cId="1306984352" sldId="449"/>
        </pc:sldMkLst>
      </pc:sldChg>
      <pc:sldChg chg="modSp add del mod">
        <pc:chgData name="Arthur Hack" userId="5b508c48246ea487" providerId="LiveId" clId="{789F42DD-A146-4A0A-A577-B549034765F6}" dt="2026-10-07T22:23:59.411" v="2317" actId="2696"/>
        <pc:sldMkLst>
          <pc:docMk/>
          <pc:sldMk cId="2398726471" sldId="450"/>
        </pc:sldMkLst>
      </pc:sldChg>
      <pc:sldChg chg="modSp add del mod">
        <pc:chgData name="Arthur Hack" userId="5b508c48246ea487" providerId="LiveId" clId="{789F42DD-A146-4A0A-A577-B549034765F6}" dt="2026-10-07T22:23:59.409" v="2316" actId="2696"/>
        <pc:sldMkLst>
          <pc:docMk/>
          <pc:sldMk cId="3598950300" sldId="451"/>
        </pc:sldMkLst>
      </pc:sldChg>
      <pc:sldChg chg="modSp add del mod">
        <pc:chgData name="Arthur Hack" userId="5b508c48246ea487" providerId="LiveId" clId="{789F42DD-A146-4A0A-A577-B549034765F6}" dt="2026-10-07T22:23:59.408" v="2315" actId="2696"/>
        <pc:sldMkLst>
          <pc:docMk/>
          <pc:sldMk cId="362358862" sldId="452"/>
        </pc:sldMkLst>
      </pc:sldChg>
      <pc:sldChg chg="modSp add del mod">
        <pc:chgData name="Arthur Hack" userId="5b508c48246ea487" providerId="LiveId" clId="{789F42DD-A146-4A0A-A577-B549034765F6}" dt="2026-10-07T22:23:59.403" v="2313" actId="2696"/>
        <pc:sldMkLst>
          <pc:docMk/>
          <pc:sldMk cId="2164039857" sldId="453"/>
        </pc:sldMkLst>
      </pc:sldChg>
      <pc:sldChg chg="modSp add del mod">
        <pc:chgData name="Arthur Hack" userId="5b508c48246ea487" providerId="LiveId" clId="{789F42DD-A146-4A0A-A577-B549034765F6}" dt="2026-10-07T22:23:59.401" v="2312" actId="2696"/>
        <pc:sldMkLst>
          <pc:docMk/>
          <pc:sldMk cId="1397947532" sldId="455"/>
        </pc:sldMkLst>
      </pc:sldChg>
      <pc:sldChg chg="modSp add del mod">
        <pc:chgData name="Arthur Hack" userId="5b508c48246ea487" providerId="LiveId" clId="{789F42DD-A146-4A0A-A577-B549034765F6}" dt="2026-10-07T22:23:59.399" v="2311" actId="2696"/>
        <pc:sldMkLst>
          <pc:docMk/>
          <pc:sldMk cId="3110158297" sldId="456"/>
        </pc:sldMkLst>
      </pc:sldChg>
      <pc:sldChg chg="modSp add del mod">
        <pc:chgData name="Arthur Hack" userId="5b508c48246ea487" providerId="LiveId" clId="{789F42DD-A146-4A0A-A577-B549034765F6}" dt="2026-10-07T22:23:59.393" v="2308" actId="2696"/>
        <pc:sldMkLst>
          <pc:docMk/>
          <pc:sldMk cId="3606821582" sldId="457"/>
        </pc:sldMkLst>
      </pc:sldChg>
      <pc:sldChg chg="modSp add del mod">
        <pc:chgData name="Arthur Hack" userId="5b508c48246ea487" providerId="LiveId" clId="{789F42DD-A146-4A0A-A577-B549034765F6}" dt="2026-10-07T22:23:59.391" v="2307" actId="2696"/>
        <pc:sldMkLst>
          <pc:docMk/>
          <pc:sldMk cId="3534636844" sldId="458"/>
        </pc:sldMkLst>
      </pc:sldChg>
      <pc:sldChg chg="modSp add del mod">
        <pc:chgData name="Arthur Hack" userId="5b508c48246ea487" providerId="LiveId" clId="{789F42DD-A146-4A0A-A577-B549034765F6}" dt="2026-10-07T22:23:59.389" v="2306" actId="2696"/>
        <pc:sldMkLst>
          <pc:docMk/>
          <pc:sldMk cId="2701725271" sldId="459"/>
        </pc:sldMkLst>
      </pc:sldChg>
      <pc:sldChg chg="modSp add del mod">
        <pc:chgData name="Arthur Hack" userId="5b508c48246ea487" providerId="LiveId" clId="{789F42DD-A146-4A0A-A577-B549034765F6}" dt="2026-10-07T22:23:59.387" v="2305" actId="2696"/>
        <pc:sldMkLst>
          <pc:docMk/>
          <pc:sldMk cId="2144242260" sldId="460"/>
        </pc:sldMkLst>
      </pc:sldChg>
      <pc:sldChg chg="modSp add del mod">
        <pc:chgData name="Arthur Hack" userId="5b508c48246ea487" providerId="LiveId" clId="{789F42DD-A146-4A0A-A577-B549034765F6}" dt="2026-10-07T22:23:59.385" v="2304" actId="2696"/>
        <pc:sldMkLst>
          <pc:docMk/>
          <pc:sldMk cId="744409674" sldId="461"/>
        </pc:sldMkLst>
      </pc:sldChg>
      <pc:sldChg chg="modSp add del mod ord">
        <pc:chgData name="Arthur Hack" userId="5b508c48246ea487" providerId="LiveId" clId="{789F42DD-A146-4A0A-A577-B549034765F6}" dt="2026-10-07T22:23:59.426" v="2326" actId="2696"/>
        <pc:sldMkLst>
          <pc:docMk/>
          <pc:sldMk cId="4060310530" sldId="462"/>
        </pc:sldMkLst>
      </pc:sldChg>
      <pc:sldChg chg="modSp add del mod ord">
        <pc:chgData name="Arthur Hack" userId="5b508c48246ea487" providerId="LiveId" clId="{789F42DD-A146-4A0A-A577-B549034765F6}" dt="2026-10-07T22:23:59.422" v="2324" actId="2696"/>
        <pc:sldMkLst>
          <pc:docMk/>
          <pc:sldMk cId="3330486890" sldId="463"/>
        </pc:sldMkLst>
      </pc:sldChg>
      <pc:sldChg chg="modSp add del mod ord">
        <pc:chgData name="Arthur Hack" userId="5b508c48246ea487" providerId="LiveId" clId="{789F42DD-A146-4A0A-A577-B549034765F6}" dt="2026-10-07T22:23:59.419" v="2322" actId="2696"/>
        <pc:sldMkLst>
          <pc:docMk/>
          <pc:sldMk cId="493967408" sldId="464"/>
        </pc:sldMkLst>
      </pc:sldChg>
      <pc:sldChg chg="modSp add del mod ord">
        <pc:chgData name="Arthur Hack" userId="5b508c48246ea487" providerId="LiveId" clId="{789F42DD-A146-4A0A-A577-B549034765F6}" dt="2026-10-07T22:23:59.412" v="2318" actId="2696"/>
        <pc:sldMkLst>
          <pc:docMk/>
          <pc:sldMk cId="361883740" sldId="465"/>
        </pc:sldMkLst>
      </pc:sldChg>
      <pc:sldChg chg="modSp add del mod ord">
        <pc:chgData name="Arthur Hack" userId="5b508c48246ea487" providerId="LiveId" clId="{789F42DD-A146-4A0A-A577-B549034765F6}" dt="2026-10-07T22:23:59.397" v="2310" actId="2696"/>
        <pc:sldMkLst>
          <pc:docMk/>
          <pc:sldMk cId="1721671897" sldId="466"/>
        </pc:sldMkLst>
      </pc:sldChg>
      <pc:sldChg chg="modSp add del mod ord">
        <pc:chgData name="Arthur Hack" userId="5b508c48246ea487" providerId="LiveId" clId="{789F42DD-A146-4A0A-A577-B549034765F6}" dt="2026-10-07T22:23:59.394" v="2309" actId="2696"/>
        <pc:sldMkLst>
          <pc:docMk/>
          <pc:sldMk cId="893400633" sldId="467"/>
        </pc:sldMkLst>
      </pc:sldChg>
      <pc:sldChg chg="modSp add del mod">
        <pc:chgData name="Arthur Hack" userId="5b508c48246ea487" providerId="LiveId" clId="{789F42DD-A146-4A0A-A577-B549034765F6}" dt="2026-10-07T22:23:59.406" v="2314" actId="2696"/>
        <pc:sldMkLst>
          <pc:docMk/>
          <pc:sldMk cId="1320483128" sldId="468"/>
        </pc:sldMkLst>
      </pc:sldChg>
      <pc:sldChg chg="del">
        <pc:chgData name="Arthur Hack" userId="5b508c48246ea487" providerId="LiveId" clId="{789F42DD-A146-4A0A-A577-B549034765F6}" dt="2026-10-07T22:23:59.383" v="2303" actId="2696"/>
        <pc:sldMkLst>
          <pc:docMk/>
          <pc:sldMk cId="0" sldId="469"/>
        </pc:sldMkLst>
      </pc:sldChg>
      <pc:sldChg chg="del">
        <pc:chgData name="Arthur Hack" userId="5b508c48246ea487" providerId="LiveId" clId="{789F42DD-A146-4A0A-A577-B549034765F6}" dt="2026-10-07T22:23:59.382" v="2302" actId="2696"/>
        <pc:sldMkLst>
          <pc:docMk/>
          <pc:sldMk cId="0" sldId="470"/>
        </pc:sldMkLst>
      </pc:sldChg>
      <pc:sldChg chg="del">
        <pc:chgData name="Arthur Hack" userId="5b508c48246ea487" providerId="LiveId" clId="{789F42DD-A146-4A0A-A577-B549034765F6}" dt="2026-10-07T22:23:59.380" v="2301" actId="2696"/>
        <pc:sldMkLst>
          <pc:docMk/>
          <pc:sldMk cId="0" sldId="471"/>
        </pc:sldMkLst>
      </pc:sldChg>
      <pc:sldChg chg="del">
        <pc:chgData name="Arthur Hack" userId="5b508c48246ea487" providerId="LiveId" clId="{789F42DD-A146-4A0A-A577-B549034765F6}" dt="2026-10-07T22:23:59.378" v="2300" actId="2696"/>
        <pc:sldMkLst>
          <pc:docMk/>
          <pc:sldMk cId="0" sldId="472"/>
        </pc:sldMkLst>
      </pc:sldChg>
      <pc:sldChg chg="del">
        <pc:chgData name="Arthur Hack" userId="5b508c48246ea487" providerId="LiveId" clId="{789F42DD-A146-4A0A-A577-B549034765F6}" dt="2026-10-07T22:23:59.377" v="2299" actId="2696"/>
        <pc:sldMkLst>
          <pc:docMk/>
          <pc:sldMk cId="0" sldId="473"/>
        </pc:sldMkLst>
      </pc:sldChg>
      <pc:sldChg chg="del">
        <pc:chgData name="Arthur Hack" userId="5b508c48246ea487" providerId="LiveId" clId="{789F42DD-A146-4A0A-A577-B549034765F6}" dt="2026-10-07T22:23:59.375" v="2298" actId="2696"/>
        <pc:sldMkLst>
          <pc:docMk/>
          <pc:sldMk cId="0" sldId="474"/>
        </pc:sldMkLst>
      </pc:sldChg>
      <pc:sldChg chg="del">
        <pc:chgData name="Arthur Hack" userId="5b508c48246ea487" providerId="LiveId" clId="{789F42DD-A146-4A0A-A577-B549034765F6}" dt="2026-10-07T22:23:59.373" v="2297" actId="2696"/>
        <pc:sldMkLst>
          <pc:docMk/>
          <pc:sldMk cId="0" sldId="475"/>
        </pc:sldMkLst>
      </pc:sldChg>
      <pc:sldChg chg="del">
        <pc:chgData name="Arthur Hack" userId="5b508c48246ea487" providerId="LiveId" clId="{789F42DD-A146-4A0A-A577-B549034765F6}" dt="2026-10-07T22:23:59.372" v="2296" actId="2696"/>
        <pc:sldMkLst>
          <pc:docMk/>
          <pc:sldMk cId="0" sldId="476"/>
        </pc:sldMkLst>
      </pc:sldChg>
      <pc:sldChg chg="del">
        <pc:chgData name="Arthur Hack" userId="5b508c48246ea487" providerId="LiveId" clId="{789F42DD-A146-4A0A-A577-B549034765F6}" dt="2026-10-07T22:23:59.371" v="2295" actId="2696"/>
        <pc:sldMkLst>
          <pc:docMk/>
          <pc:sldMk cId="0" sldId="477"/>
        </pc:sldMkLst>
      </pc:sldChg>
      <pc:sldChg chg="del">
        <pc:chgData name="Arthur Hack" userId="5b508c48246ea487" providerId="LiveId" clId="{789F42DD-A146-4A0A-A577-B549034765F6}" dt="2026-10-07T22:23:59.369" v="2294" actId="2696"/>
        <pc:sldMkLst>
          <pc:docMk/>
          <pc:sldMk cId="0" sldId="47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429F386-107B-1B77-F7FD-6B74855304D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54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3DEEC-4B4A-BA93-7098-6C2FC9C9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6487E6-2FC1-4B5F-C187-9D5599F51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Ein </a:t>
            </a:r>
            <a:r>
              <a:rPr lang="en-US" sz="9000" dirty="0" err="1">
                <a:cs typeface="Arial" panose="020B0604020202020204" pitchFamily="34" charset="0"/>
              </a:rPr>
              <a:t>Prosit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397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D746F-A3A2-A52C-781B-3A145720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12EAAC-605C-EEAD-CAD5-F7B6E6BB1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21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4C884-37A1-7BEA-1FEC-47AFA67E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559406-71CD-C9DE-3FDF-D3F0A126E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0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472D-AA34-C08B-2D71-8AA1A0C6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C88E5E-42F5-395C-62D6-68024F6D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Blumenau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Feliz </a:t>
            </a:r>
            <a:r>
              <a:rPr lang="en-US" sz="9000" dirty="0" err="1">
                <a:cs typeface="Arial" panose="020B0604020202020204" pitchFamily="34" charset="0"/>
              </a:rPr>
              <a:t>em</a:t>
            </a:r>
            <a:r>
              <a:rPr lang="en-US" sz="9000" dirty="0">
                <a:cs typeface="Arial" panose="020B0604020202020204" pitchFamily="34" charset="0"/>
              </a:rPr>
              <a:t> Festa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17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7BF5C-3D9C-F021-DD9A-0C8C66EA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D0257E-22D9-C5ED-C033-1C1F35D7E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Colonia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Elton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58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AFE86-59BC-3564-2BA4-0B4E5AE0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7D5B70-EA9D-1A7A-12D6-27AED378A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Bebo </a:t>
            </a:r>
            <a:r>
              <a:rPr lang="en-US" sz="8800" dirty="0" err="1">
                <a:cs typeface="Arial" panose="020B0604020202020204" pitchFamily="34" charset="0"/>
              </a:rPr>
              <a:t>Todas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Levanta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cs typeface="Arial" panose="020B0604020202020204" pitchFamily="34" charset="0"/>
              </a:rPr>
              <a:t>Poeira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30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7128-76C7-8EB3-DA5C-71EDFFE4C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A4F81D-7CBF-6E58-C341-52614EE39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2826"/>
            <a:ext cx="12192000" cy="313234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O </a:t>
            </a:r>
            <a:r>
              <a:rPr lang="en-US" sz="7200" dirty="0" err="1">
                <a:cs typeface="Arial" panose="020B0604020202020204" pitchFamily="34" charset="0"/>
              </a:rPr>
              <a:t>Roubo</a:t>
            </a:r>
            <a:r>
              <a:rPr lang="en-US" sz="7200" dirty="0">
                <a:cs typeface="Arial" panose="020B0604020202020204" pitchFamily="34" charset="0"/>
              </a:rPr>
              <a:t> da Gaita </a:t>
            </a:r>
            <a:r>
              <a:rPr lang="en-US" sz="7200" dirty="0" err="1">
                <a:cs typeface="Arial" panose="020B0604020202020204" pitchFamily="34" charset="0"/>
              </a:rPr>
              <a:t>Velha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Baião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Sucosuco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435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09A3B-0D94-115F-1B4E-F7EF66A4E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F3A1DE-74C8-6D52-305D-1DFDE7A7D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4724"/>
            <a:ext cx="12192000" cy="496855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Viva o </a:t>
            </a: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</a:t>
            </a:r>
            <a:r>
              <a:rPr lang="en-US" sz="9000" dirty="0" err="1">
                <a:cs typeface="Arial" panose="020B0604020202020204" pitchFamily="34" charset="0"/>
              </a:rPr>
              <a:t>Uruguai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en-US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Em </a:t>
            </a:r>
            <a:r>
              <a:rPr lang="en-US" sz="6600" dirty="0" err="1">
                <a:cs typeface="Arial" panose="020B0604020202020204" pitchFamily="34" charset="0"/>
              </a:rPr>
              <a:t>Rítmo</a:t>
            </a:r>
            <a:r>
              <a:rPr lang="en-US" sz="6600" dirty="0">
                <a:cs typeface="Arial" panose="020B0604020202020204" pitchFamily="34" charset="0"/>
              </a:rPr>
              <a:t> de Octoberfest</a:t>
            </a: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 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900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2EDE-4DD4-C212-6EEB-0E0D327A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325BB-9EEA-C0A7-F20D-57C683A4F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Barril</a:t>
            </a:r>
            <a:r>
              <a:rPr lang="en-US" sz="8000" dirty="0">
                <a:cs typeface="Arial" panose="020B0604020202020204" pitchFamily="34" charset="0"/>
              </a:rPr>
              <a:t> de Chopp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Marcha</a:t>
            </a:r>
            <a:r>
              <a:rPr lang="en-US" sz="8000" dirty="0">
                <a:cs typeface="Arial" panose="020B0604020202020204" pitchFamily="34" charset="0"/>
              </a:rPr>
              <a:t> da </a:t>
            </a:r>
            <a:r>
              <a:rPr lang="en-US" sz="8000" dirty="0" err="1">
                <a:cs typeface="Arial" panose="020B0604020202020204" pitchFamily="34" charset="0"/>
              </a:rPr>
              <a:t>Guit</a:t>
            </a:r>
            <a:r>
              <a:rPr lang="en-US" sz="8000" dirty="0">
                <a:cs typeface="Arial" panose="020B0604020202020204" pitchFamily="34" charset="0"/>
              </a:rPr>
              <a:t>.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Gm-Sib-Fa-Do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091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A981C-5E87-E775-F458-B3E38AF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504F53-F030-B79A-1777-302EF0446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91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A3C0-9808-666A-F2EB-877C7DB6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B78A29-4F54-53EC-F530-94912061A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Lindo Dia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Recordação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295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210DF-545A-1BB9-595C-5DEA08D7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296E72-04B9-D83B-28D0-DE127A14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4704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Marcha</a:t>
            </a:r>
            <a:r>
              <a:rPr lang="en-US" sz="9000" dirty="0">
                <a:cs typeface="Arial" panose="020B0604020202020204" pitchFamily="34" charset="0"/>
              </a:rPr>
              <a:t> dos </a:t>
            </a:r>
            <a:r>
              <a:rPr lang="en-US" sz="9000" dirty="0" err="1">
                <a:cs typeface="Arial" panose="020B0604020202020204" pitchFamily="34" charset="0"/>
              </a:rPr>
              <a:t>Três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Morango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Ponto Chick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29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DB5EF-7026-A33C-145A-10EF8364F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2A23C-3FCA-8F30-69C2-7D0C9273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9" y="818710"/>
            <a:ext cx="12192000" cy="5220579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O </a:t>
            </a:r>
            <a:r>
              <a:rPr lang="en-US" sz="6600" dirty="0" err="1">
                <a:cs typeface="Arial" panose="020B0604020202020204" pitchFamily="34" charset="0"/>
              </a:rPr>
              <a:t>Verão</a:t>
            </a:r>
            <a:r>
              <a:rPr lang="en-US" sz="6600" dirty="0">
                <a:cs typeface="Arial" panose="020B0604020202020204" pitchFamily="34" charset="0"/>
              </a:rPr>
              <a:t> Sempre Vai </a:t>
            </a:r>
            <a:r>
              <a:rPr lang="en-US" sz="6600" dirty="0" err="1">
                <a:cs typeface="Arial" panose="020B0604020202020204" pitchFamily="34" charset="0"/>
              </a:rPr>
              <a:t>Voltar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Lab-Mib-La-Mi-Sib</a:t>
            </a:r>
          </a:p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Zillertaller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Mib-Sib-Mib-</a:t>
            </a:r>
            <a:r>
              <a:rPr lang="en-US" sz="66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9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08B8C-926A-B7E5-30A7-E793DC0A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74F469-155F-AB07-46A9-278F991AE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836712"/>
            <a:ext cx="11809312" cy="532859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Bebidas</a:t>
            </a:r>
            <a:r>
              <a:rPr lang="en-US" sz="9000" dirty="0">
                <a:cs typeface="Arial" panose="020B0604020202020204" pitchFamily="34" charset="0"/>
              </a:rPr>
              <a:t> de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Serrana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Vira </a:t>
            </a:r>
            <a:r>
              <a:rPr lang="en-US" sz="9000" dirty="0" err="1">
                <a:cs typeface="Arial" panose="020B0604020202020204" pitchFamily="34" charset="0"/>
              </a:rPr>
              <a:t>Copos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84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1933-4FF2-163B-FB84-F8FE8149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CFCA18-7B62-1A6D-4936-22DCA6EC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352" y="476673"/>
            <a:ext cx="11593288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Marie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400009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55D5-0495-EC2B-5BF4-BB6B7160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0A7FE8-1085-1F14-BDC9-D1C30CC08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476673"/>
            <a:ext cx="11665296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Fa-Bib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 err="1">
                <a:cs typeface="Arial" panose="020B0604020202020204" pitchFamily="34" charset="0"/>
              </a:rPr>
              <a:t>Revesburgen</a:t>
            </a:r>
            <a:r>
              <a:rPr lang="pt-BR" sz="9000" dirty="0">
                <a:cs typeface="Arial" panose="020B0604020202020204" pitchFamily="34" charset="0"/>
              </a:rPr>
              <a:t>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618585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CDCC8-A6AC-C188-10E1-1971C17C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1E74E7-E448-A488-6944-B50F6CFFF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Vacariano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77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E187-71C1-B556-F73D-6AA99387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D1BA42-2961-3BFE-6D00-FA044FC18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Maratá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Bota Fogo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328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AA85-F35E-93F6-401E-B2757783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93040C-E9D5-9F15-B079-93AD0AA0C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Zillertaller</a:t>
            </a:r>
            <a:r>
              <a:rPr lang="en-US" sz="88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Mib Sib Mib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93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0A705-1755-8019-DD20-4FCADC5A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018645-EF21-2712-DD55-F55FA4AC3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8760"/>
            <a:ext cx="12072664" cy="3744415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Carijó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Polka do </a:t>
            </a:r>
            <a:r>
              <a:rPr lang="en-US" sz="8000" dirty="0" err="1">
                <a:cs typeface="Arial" panose="020B0604020202020204" pitchFamily="34" charset="0"/>
              </a:rPr>
              <a:t>Vovô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Vilson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101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0ED10-1D52-D845-D934-1E5D384D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3CA89C-349D-BC28-BA35-B4A8E14B7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Pegando</a:t>
            </a:r>
            <a:r>
              <a:rPr lang="en-US" sz="9000" dirty="0">
                <a:cs typeface="Arial" panose="020B0604020202020204" pitchFamily="34" charset="0"/>
              </a:rPr>
              <a:t> o </a:t>
            </a:r>
            <a:r>
              <a:rPr lang="en-US" sz="9000" dirty="0" err="1">
                <a:cs typeface="Arial" panose="020B0604020202020204" pitchFamily="34" charset="0"/>
              </a:rPr>
              <a:t>Ônibus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Vou pra SC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65792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5E661-C820-43D3-F388-31A8B3C0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64A6E-5287-4FA7-25F7-9DA298DD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Azul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Amada Minha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322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7D451-AB43-6917-B705-5AA40186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B2B36E-424A-1A3E-D595-359D402DB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Dois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Passarinhos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Noite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Nosso</a:t>
            </a:r>
            <a:r>
              <a:rPr lang="en-US" sz="8000" dirty="0">
                <a:cs typeface="Arial" panose="020B0604020202020204" pitchFamily="34" charset="0"/>
              </a:rPr>
              <a:t> Amor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25411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AFE7-CE66-E839-A7F2-CC7347150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69736-F3A0-4126-3DE4-EECD7FBD0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do Bailes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Novo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821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C19-705E-877A-50C2-47D90E39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35095-056C-C09A-82E0-89DC00C42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Chimango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62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ECA1-6ECC-20AD-DD55-291C28CC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C0C841-8EC8-DE15-C2F6-CD0A863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Herr Schmitt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90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6BFEF-CB22-4638-2C72-2E2E75F24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F9346-8CED-A453-696F-E7F446EBB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O </a:t>
            </a:r>
            <a:r>
              <a:rPr lang="en-US" sz="8000" dirty="0" err="1">
                <a:cs typeface="Arial" panose="020B0604020202020204" pitchFamily="34" charset="0"/>
              </a:rPr>
              <a:t>Alemão</a:t>
            </a:r>
            <a:r>
              <a:rPr lang="en-US" sz="8000" dirty="0">
                <a:cs typeface="Arial" panose="020B0604020202020204" pitchFamily="34" charset="0"/>
              </a:rPr>
              <a:t> do Zap </a:t>
            </a:r>
            <a:r>
              <a:rPr lang="en-US" sz="8000" dirty="0" err="1">
                <a:cs typeface="Arial" panose="020B0604020202020204" pitchFamily="34" charset="0"/>
              </a:rPr>
              <a:t>Zap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177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CC41-1EBE-2253-4B14-9EFF0D15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E32E59-D488-6CFE-2551-BA5EBEA85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2696"/>
            <a:ext cx="12192000" cy="583264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Novela</a:t>
            </a:r>
            <a:r>
              <a:rPr lang="en-US" sz="9000" dirty="0">
                <a:cs typeface="Arial" panose="020B0604020202020204" pitchFamily="34" charset="0"/>
              </a:rPr>
              <a:t> da 8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Gosto</a:t>
            </a:r>
            <a:r>
              <a:rPr lang="en-US" sz="8000" dirty="0">
                <a:cs typeface="Arial" panose="020B0604020202020204" pitchFamily="34" charset="0"/>
              </a:rPr>
              <a:t> q me </a:t>
            </a:r>
            <a:r>
              <a:rPr lang="en-US" sz="8000" dirty="0" err="1">
                <a:cs typeface="Arial" panose="020B0604020202020204" pitchFamily="34" charset="0"/>
              </a:rPr>
              <a:t>enrosco</a:t>
            </a:r>
            <a:r>
              <a:rPr lang="en-US" sz="8000" dirty="0">
                <a:cs typeface="Arial" panose="020B0604020202020204" pitchFamily="34" charset="0"/>
              </a:rPr>
              <a:t>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Baile Bom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29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E49A1-A2DF-9486-FDF2-88751CBD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E17DC3-5C63-01BD-9061-311C6311E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Uma </a:t>
            </a:r>
            <a:r>
              <a:rPr lang="en-US" sz="9000" dirty="0" err="1">
                <a:cs typeface="Arial" panose="020B0604020202020204" pitchFamily="34" charset="0"/>
              </a:rPr>
              <a:t>só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Lajota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Último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Cunhado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924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E451-8A44-2F9C-BA6B-FDE0FAEFF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3B3246-BA93-474C-825C-1CF243AE6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Fest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Melô do Rolo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587943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C214-64FD-DA62-2635-98FCB934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04DB9D-B5F9-E964-D53D-8BE608AA1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Jezts</a:t>
            </a:r>
            <a:r>
              <a:rPr lang="en-US" sz="9000" dirty="0">
                <a:cs typeface="Arial" panose="020B0604020202020204" pitchFamily="34" charset="0"/>
              </a:rPr>
              <a:t> Guet’s Los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Ole </a:t>
            </a:r>
            <a:r>
              <a:rPr lang="en-US" sz="9000" dirty="0" err="1">
                <a:cs typeface="Arial" panose="020B0604020202020204" pitchFamily="34" charset="0"/>
              </a:rPr>
              <a:t>Ole</a:t>
            </a:r>
            <a:r>
              <a:rPr lang="en-US" sz="9000" dirty="0">
                <a:cs typeface="Arial" panose="020B0604020202020204" pitchFamily="34" charset="0"/>
              </a:rPr>
              <a:t> Ola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Então Libera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1348662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9D1C3-9E86-8A73-3EA8-C798607B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7637B-CEDC-B982-B5AF-968726834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Perigosa</a:t>
            </a:r>
            <a:r>
              <a:rPr lang="en-US" sz="9000" dirty="0">
                <a:cs typeface="Arial" panose="020B0604020202020204" pitchFamily="34" charset="0"/>
              </a:rPr>
              <a:t> e Linda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Alô</a:t>
            </a:r>
            <a:r>
              <a:rPr lang="en-US" sz="9000" dirty="0">
                <a:cs typeface="Arial" panose="020B0604020202020204" pitchFamily="34" charset="0"/>
              </a:rPr>
              <a:t>  Meu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 da Esquina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25696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13EC-BB4C-6803-3C30-DF19B2D2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E3B71-6A5F-4146-C459-0346B4B8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Gastando a Sola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9539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D932-52AF-3B35-4D15-79B4D7F2D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35F947-4697-23B1-1624-4CCEBCF21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Casamento da </a:t>
            </a:r>
            <a:r>
              <a:rPr lang="en-US" sz="7200" dirty="0" err="1">
                <a:cs typeface="Arial" panose="020B0604020202020204" pitchFamily="34" charset="0"/>
              </a:rPr>
              <a:t>Doralice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Capricha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Gaiteiro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Roda Morena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6632473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D221A-506C-7418-D249-0C04F993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1031F0-1C85-255B-9F8C-7FC05EA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Trancão</a:t>
            </a:r>
            <a:r>
              <a:rPr lang="en-US" sz="6600" dirty="0">
                <a:cs typeface="Arial" panose="020B0604020202020204" pitchFamily="34" charset="0"/>
              </a:rPr>
              <a:t> de </a:t>
            </a:r>
            <a:r>
              <a:rPr lang="en-US" sz="6600" dirty="0" err="1">
                <a:cs typeface="Arial" panose="020B0604020202020204" pitchFamily="34" charset="0"/>
              </a:rPr>
              <a:t>Baile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Trancão</a:t>
            </a:r>
            <a:r>
              <a:rPr lang="en-US" sz="7200" dirty="0">
                <a:cs typeface="Arial" panose="020B0604020202020204" pitchFamily="34" charset="0"/>
              </a:rPr>
              <a:t> de </a:t>
            </a:r>
            <a:r>
              <a:rPr lang="en-US" sz="7200" dirty="0" err="1">
                <a:cs typeface="Arial" panose="020B0604020202020204" pitchFamily="34" charset="0"/>
              </a:rPr>
              <a:t>Livramento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Tranco Véio Fandangueiro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971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837-82A0-8779-9E35-A8AA8EA7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6A728E-9F62-9823-2AA2-E046106D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Do Fundo da </a:t>
            </a:r>
            <a:r>
              <a:rPr lang="en-US" sz="9000" dirty="0" err="1">
                <a:cs typeface="Arial" panose="020B0604020202020204" pitchFamily="34" charset="0"/>
              </a:rPr>
              <a:t>Grota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Nossa</a:t>
            </a:r>
            <a:r>
              <a:rPr lang="en-US" sz="9000" dirty="0">
                <a:cs typeface="Arial" panose="020B0604020202020204" pitchFamily="34" charset="0"/>
              </a:rPr>
              <a:t> Vaneira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Criado em Galpão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893690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8720-B4AC-D44D-44A4-A0EBC588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5056A-0AA9-451F-D849-01B2242A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Ai eu Bebo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Bebendo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Demais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Bagual Corcoveador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26146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89CD-A7F9-67BB-9A21-016EF369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73861B-FECE-72D1-0937-5D4F4AEC6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Bombacha</a:t>
            </a:r>
            <a:r>
              <a:rPr lang="en-US" sz="9000" dirty="0">
                <a:cs typeface="Arial" panose="020B0604020202020204" pitchFamily="34" charset="0"/>
              </a:rPr>
              <a:t> Preta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Trancão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Barquinho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2658274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C8BFD-E20B-2C0E-D14D-33536260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9DB15F-216A-91A4-FA15-5D4091668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Barquinha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 </a:t>
            </a:r>
            <a:r>
              <a:rPr lang="en-US" sz="9000" dirty="0" err="1">
                <a:cs typeface="Arial" panose="020B0604020202020204" pitchFamily="34" charset="0"/>
              </a:rPr>
              <a:t>dia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vai</a:t>
            </a:r>
            <a:r>
              <a:rPr lang="en-US" sz="9000" dirty="0">
                <a:cs typeface="Arial" panose="020B0604020202020204" pitchFamily="34" charset="0"/>
              </a:rPr>
              <a:t> a </a:t>
            </a:r>
            <a:r>
              <a:rPr lang="en-US" sz="9000" dirty="0" err="1">
                <a:cs typeface="Arial" panose="020B0604020202020204" pitchFamily="34" charset="0"/>
              </a:rPr>
              <a:t>noite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vem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Fica Amor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374108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9A1DE-A81F-4D00-5DE1-CC843ECE2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7554F-389C-851D-DFB9-E5E2D46BF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4864"/>
            <a:ext cx="12192000" cy="19082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 Festa é com Rota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54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F1C0-7A85-86ED-DB66-D7614CD1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954DC-86DB-361C-8DBE-1DF5D653C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Nosso</a:t>
            </a:r>
            <a:r>
              <a:rPr lang="en-US" sz="7200" dirty="0">
                <a:cs typeface="Arial" panose="020B0604020202020204" pitchFamily="34" charset="0"/>
              </a:rPr>
              <a:t> Amor </a:t>
            </a:r>
            <a:r>
              <a:rPr lang="en-US" sz="7200" dirty="0" err="1">
                <a:cs typeface="Arial" panose="020B0604020202020204" pitchFamily="34" charset="0"/>
              </a:rPr>
              <a:t>Terminou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Estrada da Vida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142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A0E-4CC3-E929-FA70-C0F45AFE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46509A-21E4-20D6-D1E5-BD006E2B7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Violeta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do Cris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Bebo Todas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782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FA95D-7A21-274C-9D58-F3CB4632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2B4C2F-FC2D-4E8B-A3A2-79306FBC8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Tenente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Parranhos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Ponto Chik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04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1E623-C81E-C9C9-0369-8A3DE219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FF13D3-EE90-BA85-6C1A-A48AED0A5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Em </a:t>
            </a:r>
            <a:r>
              <a:rPr lang="en-US" sz="8000" dirty="0" err="1">
                <a:cs typeface="Arial" panose="020B0604020202020204" pitchFamily="34" charset="0"/>
              </a:rPr>
              <a:t>Frente</a:t>
            </a:r>
            <a:r>
              <a:rPr lang="en-US" sz="8000" dirty="0">
                <a:cs typeface="Arial" panose="020B0604020202020204" pitchFamily="34" charset="0"/>
              </a:rPr>
              <a:t> a </a:t>
            </a:r>
            <a:r>
              <a:rPr lang="en-US" sz="8000" dirty="0" err="1">
                <a:cs typeface="Arial" panose="020B0604020202020204" pitchFamily="34" charset="0"/>
              </a:rPr>
              <a:t>Matriz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Beijinho</a:t>
            </a:r>
            <a:r>
              <a:rPr lang="en-US" sz="8000" dirty="0">
                <a:cs typeface="Arial" panose="020B0604020202020204" pitchFamily="34" charset="0"/>
              </a:rPr>
              <a:t> Doce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88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D2C82-5541-6CA4-0A24-8158B606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31B6F-BD1A-3EEE-45DE-C8DF003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072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Fliegerlied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 err="1">
                <a:cs typeface="Arial" panose="020B0604020202020204" pitchFamily="34" charset="0"/>
              </a:rPr>
              <a:t>Centop</a:t>
            </a:r>
            <a:r>
              <a:rPr lang="en-US" sz="8000" dirty="0" err="1">
                <a:cs typeface="Arial" panose="020B0604020202020204" pitchFamily="34" charset="0"/>
              </a:rPr>
              <a:t>éia</a:t>
            </a:r>
            <a:r>
              <a:rPr lang="en-US" sz="8000" dirty="0">
                <a:cs typeface="Arial" panose="020B0604020202020204" pitchFamily="34" charset="0"/>
              </a:rPr>
              <a:t> do Chopp</a:t>
            </a:r>
            <a:r>
              <a:rPr lang="pt-BR" sz="8000" dirty="0">
                <a:cs typeface="Arial" panose="020B0604020202020204" pitchFamily="34" charset="0"/>
              </a:rPr>
              <a:t>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Segue a Frida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</p:txBody>
      </p:sp>
    </p:spTree>
    <p:extLst>
      <p:ext uri="{BB962C8B-B14F-4D97-AF65-F5344CB8AC3E}">
        <p14:creationId xmlns:p14="http://schemas.microsoft.com/office/powerpoint/2010/main" val="14879832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D92B-2295-1B43-94F7-E4010426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8B6959-0F92-D097-1A40-EB5734B25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Fim de Semana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Sem Amor Ninguém Vive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Alice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625783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16752-B86A-5B95-1CBD-8F8A60EF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42D2F-9BA3-40F3-BA86-1AC08D53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640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Moreninha</a:t>
            </a:r>
            <a:r>
              <a:rPr lang="en-US" sz="8000" dirty="0">
                <a:cs typeface="Arial" panose="020B0604020202020204" pitchFamily="34" charset="0"/>
              </a:rPr>
              <a:t> Linda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Se a Casa </a:t>
            </a:r>
            <a:r>
              <a:rPr lang="en-US" sz="8000" dirty="0" err="1">
                <a:cs typeface="Arial" panose="020B0604020202020204" pitchFamily="34" charset="0"/>
              </a:rPr>
              <a:t>Cair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Mulher Chorona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Sola da Bota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4971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A11BF-6460-5853-F301-118DF3A0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BBADB7-6E0C-E2AF-E6E0-7C3CBCC7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Pintou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uma</a:t>
            </a:r>
            <a:r>
              <a:rPr lang="en-US" sz="9000" dirty="0">
                <a:cs typeface="Arial" panose="020B0604020202020204" pitchFamily="34" charset="0"/>
              </a:rPr>
              <a:t> Paixão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Algo me Diz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Ele te Trai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2153446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4DB8-9873-F87A-4858-EDE78494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E3D7BD-FCF2-4BF7-6DD9-614F0EE03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25 Anos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Isabela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1724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AC98-51A4-EFF7-C53E-02AC85604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E7C43D-F11E-267E-2471-C8F6AF959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Lembranças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Estrada da Vida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Assino com X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41654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D51B6-85B4-16DB-9D98-99B6711A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F2A267-D205-6F0F-B04C-50F13615C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Querência</a:t>
            </a:r>
            <a:r>
              <a:rPr lang="en-US" sz="9000" dirty="0">
                <a:cs typeface="Arial" panose="020B0604020202020204" pitchFamily="34" charset="0"/>
              </a:rPr>
              <a:t> Amada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Sistema Antigo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Revoltoso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2312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5644-A83D-E73A-B8DC-485FFAA72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DF05B3-5CEF-4FA2-EE8C-3577343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Panela Velha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Adeus</a:t>
            </a:r>
            <a:r>
              <a:rPr lang="en-US" sz="8800" dirty="0">
                <a:cs typeface="Arial" panose="020B0604020202020204" pitchFamily="34" charset="0"/>
              </a:rPr>
              <a:t> Mariana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Mocinhas da Cidade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725270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62506-EBCA-FBD3-7738-FF80B34B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B7029A-C08C-AD34-CE73-F71B89475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Nada </a:t>
            </a:r>
            <a:r>
              <a:rPr lang="en-US" sz="8800" dirty="0" err="1">
                <a:cs typeface="Arial" panose="020B0604020202020204" pitchFamily="34" charset="0"/>
              </a:rPr>
              <a:t>Mudou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Eu </a:t>
            </a:r>
            <a:r>
              <a:rPr lang="en-US" sz="8800" dirty="0" err="1">
                <a:cs typeface="Arial" panose="020B0604020202020204" pitchFamily="34" charset="0"/>
              </a:rPr>
              <a:t>Duvido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Isso Não é Amor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92361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4935-97D7-A9E5-DC61-1B07C9F5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9EC13D-EECC-1479-6EE5-B91D1FF48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As </a:t>
            </a:r>
            <a:r>
              <a:rPr lang="en-US" sz="8800" dirty="0" err="1">
                <a:cs typeface="Arial" panose="020B0604020202020204" pitchFamily="34" charset="0"/>
              </a:rPr>
              <a:t>Andorinhas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Fuscão</a:t>
            </a:r>
            <a:r>
              <a:rPr lang="en-US" sz="8800" dirty="0">
                <a:cs typeface="Arial" panose="020B0604020202020204" pitchFamily="34" charset="0"/>
              </a:rPr>
              <a:t> Preto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O Que Tem a Rosa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1894186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5346-2F7A-B6E2-30A1-D9ABEBB6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A33DB7-C32C-9C68-BDDC-5601E47D8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2" y="0"/>
            <a:ext cx="12192000" cy="685800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Whisky a </a:t>
            </a:r>
            <a:r>
              <a:rPr lang="en-US" sz="4800" dirty="0" err="1">
                <a:cs typeface="Arial" panose="020B0604020202020204" pitchFamily="34" charset="0"/>
              </a:rPr>
              <a:t>gogo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Ana Julia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Roda </a:t>
            </a:r>
            <a:r>
              <a:rPr lang="pt-BR" sz="4800" dirty="0" err="1">
                <a:cs typeface="Arial" panose="020B0604020202020204" pitchFamily="34" charset="0"/>
              </a:rPr>
              <a:t>Roda</a:t>
            </a:r>
            <a:r>
              <a:rPr lang="pt-BR" sz="4800" dirty="0">
                <a:cs typeface="Arial" panose="020B0604020202020204" pitchFamily="34" charset="0"/>
              </a:rPr>
              <a:t> Vira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Chopis </a:t>
            </a:r>
            <a:r>
              <a:rPr lang="en-US" sz="4800" dirty="0" err="1">
                <a:cs typeface="Arial" panose="020B0604020202020204" pitchFamily="34" charset="0"/>
              </a:rPr>
              <a:t>Centis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Só </a:t>
            </a:r>
            <a:r>
              <a:rPr lang="en-US" sz="4800" dirty="0" err="1">
                <a:cs typeface="Arial" panose="020B0604020202020204" pitchFamily="34" charset="0"/>
              </a:rPr>
              <a:t>uma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 err="1">
                <a:cs typeface="Arial" panose="020B0604020202020204" pitchFamily="34" charset="0"/>
              </a:rPr>
              <a:t>Canção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A sua maneira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  <a:p>
            <a:pPr algn="ctr">
              <a:buNone/>
            </a:pPr>
            <a:r>
              <a:rPr lang="pt-BR" sz="4800" dirty="0" err="1">
                <a:cs typeface="Arial" panose="020B0604020202020204" pitchFamily="34" charset="0"/>
              </a:rPr>
              <a:t>Brasilia</a:t>
            </a:r>
            <a:r>
              <a:rPr lang="pt-BR" sz="4800" dirty="0">
                <a:cs typeface="Arial" panose="020B0604020202020204" pitchFamily="34" charset="0"/>
              </a:rPr>
              <a:t> Amarela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601724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32220-304C-7120-64F0-7AF93B82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458B50-0AB2-F992-CC5E-E69009D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Whisky a </a:t>
            </a:r>
            <a:r>
              <a:rPr lang="en-US" sz="9600" dirty="0" err="1">
                <a:cs typeface="Arial" panose="020B0604020202020204" pitchFamily="34" charset="0"/>
              </a:rPr>
              <a:t>gogo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7439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D0A-9C29-08AF-8419-674B4784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92EFC49-6877-52E8-B6FD-390FC62E3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Ana Julia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7408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73A51-16D2-BFEF-7F17-B96D0CBF1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94FBDB-DD37-0509-A6DD-5009EF3F1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Roda </a:t>
            </a:r>
            <a:r>
              <a:rPr lang="pt-BR" sz="9600" dirty="0" err="1">
                <a:cs typeface="Arial" panose="020B0604020202020204" pitchFamily="34" charset="0"/>
              </a:rPr>
              <a:t>Roda</a:t>
            </a:r>
            <a:r>
              <a:rPr lang="pt-BR" sz="9600" dirty="0">
                <a:cs typeface="Arial" panose="020B0604020202020204" pitchFamily="34" charset="0"/>
              </a:rPr>
              <a:t> Vira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4197315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C6BBA-D3C4-26A3-C5C7-C1D61333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382C3-C21A-8E1E-E0A5-5CDF1CD4A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Chopis Centis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874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8EF9F-13F0-6185-1370-0F67A9450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ACBB56-E26E-392A-D8DB-E6660212C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Só </a:t>
            </a:r>
            <a:r>
              <a:rPr lang="en-US" sz="9600" dirty="0" err="1">
                <a:cs typeface="Arial" panose="020B0604020202020204" pitchFamily="34" charset="0"/>
              </a:rPr>
              <a:t>uma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 err="1">
                <a:cs typeface="Arial" panose="020B0604020202020204" pitchFamily="34" charset="0"/>
              </a:rPr>
              <a:t>Canção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3649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BBCC3-FD39-39FE-7CDD-E627C4C86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1A2113-968D-8515-C3F5-A892FFC44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A sua maneira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370962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A43D-3E96-9E0F-EF05-B1BF0C57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F8CE23-9D90-DCD9-C2D6-7E6D9FC75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 err="1">
                <a:cs typeface="Arial" panose="020B0604020202020204" pitchFamily="34" charset="0"/>
              </a:rPr>
              <a:t>Brasilia</a:t>
            </a:r>
            <a:r>
              <a:rPr lang="pt-BR" sz="9600" dirty="0">
                <a:cs typeface="Arial" panose="020B0604020202020204" pitchFamily="34" charset="0"/>
              </a:rPr>
              <a:t> Amarela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83950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1727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98283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16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5990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40610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15803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77467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75500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4083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77868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360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999705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30729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02236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6587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9918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6007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78718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410868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1619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74276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901620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5113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6807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2842155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66665894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2875604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  <p:extLst>
      <p:ext uri="{BB962C8B-B14F-4D97-AF65-F5344CB8AC3E}">
        <p14:creationId xmlns:p14="http://schemas.microsoft.com/office/powerpoint/2010/main" val="40231591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5926172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301146230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  <p:extLst>
      <p:ext uri="{BB962C8B-B14F-4D97-AF65-F5344CB8AC3E}">
        <p14:creationId xmlns:p14="http://schemas.microsoft.com/office/powerpoint/2010/main" val="96294983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  <p:extLst>
      <p:ext uri="{BB962C8B-B14F-4D97-AF65-F5344CB8AC3E}">
        <p14:creationId xmlns:p14="http://schemas.microsoft.com/office/powerpoint/2010/main" val="142504321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60571714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204823600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/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57681345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Na Hora de Amar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Página de Amigos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Dormi na Praça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Temporal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Evidências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5752215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1090</Words>
  <Application>Microsoft Office PowerPoint</Application>
  <PresentationFormat>Widescreen</PresentationFormat>
  <Paragraphs>232</Paragraphs>
  <Slides>99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4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242</cp:revision>
  <dcterms:created xsi:type="dcterms:W3CDTF">2013-10-24T23:23:00Z</dcterms:created>
  <dcterms:modified xsi:type="dcterms:W3CDTF">2026-10-17T21:06:05Z</dcterms:modified>
</cp:coreProperties>
</file>